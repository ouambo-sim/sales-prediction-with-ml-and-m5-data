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sldIdLst>
    <p:sldId id="256" r:id="rId2"/>
    <p:sldId id="259" r:id="rId3"/>
    <p:sldId id="273" r:id="rId4"/>
    <p:sldId id="262" r:id="rId5"/>
    <p:sldId id="261" r:id="rId6"/>
    <p:sldId id="266" r:id="rId7"/>
    <p:sldId id="264" r:id="rId8"/>
    <p:sldId id="263" r:id="rId9"/>
    <p:sldId id="271" r:id="rId10"/>
    <p:sldId id="265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76DEB1-61D1-4A1E-8A3A-2F2EDE4B2945}" v="31" dt="2025-10-21T00:43:14.3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6" autoAdjust="0"/>
    <p:restoredTop sz="94660"/>
  </p:normalViewPr>
  <p:slideViewPr>
    <p:cSldViewPr snapToGrid="0">
      <p:cViewPr varScale="1">
        <p:scale>
          <a:sx n="48" d="100"/>
          <a:sy n="48" d="100"/>
        </p:scale>
        <p:origin x="-165" y="15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k Ivan Ouambo Simo" userId="e4f2ee211b0e6b06" providerId="LiveId" clId="{964BB0D7-512C-467E-B236-59BED8270634}"/>
    <pc:docChg chg="undo custSel addSld delSld modSld sldOrd">
      <pc:chgData name="Franck Ivan Ouambo Simo" userId="e4f2ee211b0e6b06" providerId="LiveId" clId="{964BB0D7-512C-467E-B236-59BED8270634}" dt="2025-10-24T14:06:01.658" v="5218" actId="20577"/>
      <pc:docMkLst>
        <pc:docMk/>
      </pc:docMkLst>
      <pc:sldChg chg="modSp mod">
        <pc:chgData name="Franck Ivan Ouambo Simo" userId="e4f2ee211b0e6b06" providerId="LiveId" clId="{964BB0D7-512C-467E-B236-59BED8270634}" dt="2025-10-24T14:06:01.658" v="5218" actId="20577"/>
        <pc:sldMkLst>
          <pc:docMk/>
          <pc:sldMk cId="4129898210" sldId="256"/>
        </pc:sldMkLst>
        <pc:spChg chg="mod">
          <ac:chgData name="Franck Ivan Ouambo Simo" userId="e4f2ee211b0e6b06" providerId="LiveId" clId="{964BB0D7-512C-467E-B236-59BED8270634}" dt="2025-10-24T14:05:25.439" v="5190" actId="1076"/>
          <ac:spMkLst>
            <pc:docMk/>
            <pc:sldMk cId="4129898210" sldId="256"/>
            <ac:spMk id="2" creationId="{9A946F15-05BB-DAC8-224A-4E331CD4BD51}"/>
          </ac:spMkLst>
        </pc:spChg>
        <pc:spChg chg="mod">
          <ac:chgData name="Franck Ivan Ouambo Simo" userId="e4f2ee211b0e6b06" providerId="LiveId" clId="{964BB0D7-512C-467E-B236-59BED8270634}" dt="2025-10-24T14:06:01.658" v="5218" actId="20577"/>
          <ac:spMkLst>
            <pc:docMk/>
            <pc:sldMk cId="4129898210" sldId="256"/>
            <ac:spMk id="3" creationId="{2A17FBA2-75C2-B542-4569-6D72A45434AE}"/>
          </ac:spMkLst>
        </pc:spChg>
      </pc:sldChg>
      <pc:sldChg chg="modSp new del mod">
        <pc:chgData name="Franck Ivan Ouambo Simo" userId="e4f2ee211b0e6b06" providerId="LiveId" clId="{964BB0D7-512C-467E-B236-59BED8270634}" dt="2025-10-17T14:41:07.502" v="2198" actId="2696"/>
        <pc:sldMkLst>
          <pc:docMk/>
          <pc:sldMk cId="4032186109" sldId="257"/>
        </pc:sldMkLst>
      </pc:sldChg>
      <pc:sldChg chg="new del">
        <pc:chgData name="Franck Ivan Ouambo Simo" userId="e4f2ee211b0e6b06" providerId="LiveId" clId="{964BB0D7-512C-467E-B236-59BED8270634}" dt="2025-10-17T04:08:03.903" v="876" actId="47"/>
        <pc:sldMkLst>
          <pc:docMk/>
          <pc:sldMk cId="432753612" sldId="258"/>
        </pc:sldMkLst>
      </pc:sldChg>
      <pc:sldChg chg="addSp delSp modSp new mod ord setBg">
        <pc:chgData name="Franck Ivan Ouambo Simo" userId="e4f2ee211b0e6b06" providerId="LiveId" clId="{964BB0D7-512C-467E-B236-59BED8270634}" dt="2025-10-24T14:00:24.302" v="5137" actId="20577"/>
        <pc:sldMkLst>
          <pc:docMk/>
          <pc:sldMk cId="562268125" sldId="259"/>
        </pc:sldMkLst>
        <pc:spChg chg="add mo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2" creationId="{B49B3D53-E302-7304-5E6E-BA0F0E0C21CA}"/>
          </ac:spMkLst>
        </pc:spChg>
        <pc:spChg chg="add del mo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3" creationId="{27624296-2DCD-D7DE-2C97-3E3D4E5994FA}"/>
          </ac:spMkLst>
        </pc:spChg>
        <pc:spChg chg="add del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8" creationId="{0786F82F-1B47-46ED-8EAE-53EF71E59E9A}"/>
          </ac:spMkLst>
        </pc:spChg>
        <pc:spChg chg="add del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12" creationId="{72526924-84D3-45FB-A5FE-62D8FCBF53B6}"/>
          </ac:spMkLst>
        </pc:spChg>
        <pc:spChg chg="ad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26" creationId="{0786F82F-1B47-46ED-8EAE-53EF71E59E9A}"/>
          </ac:spMkLst>
        </pc:spChg>
        <pc:spChg chg="ad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28" creationId="{EF1BAF6F-6275-4646-9C59-331B29B9550F}"/>
          </ac:spMkLst>
        </pc:spChg>
        <pc:spChg chg="ad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34" creationId="{932FF329-3A87-4F66-BA01-91CD63C8119F}"/>
          </ac:spMkLst>
        </pc:spChg>
        <pc:spChg chg="ad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38" creationId="{0FA286C7-EFC7-4DFE-967A-7E37BA0F363B}"/>
          </ac:spMkLst>
        </pc:spChg>
        <pc:spChg chg="ad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40" creationId="{10C9F0E8-EF8B-43C1-9C77-E9DDAF1A0FDD}"/>
          </ac:spMkLst>
        </pc:spChg>
        <pc:spChg chg="add">
          <ac:chgData name="Franck Ivan Ouambo Simo" userId="e4f2ee211b0e6b06" providerId="LiveId" clId="{964BB0D7-512C-467E-B236-59BED8270634}" dt="2025-10-24T13:59:29.502" v="5109" actId="26606"/>
          <ac:spMkLst>
            <pc:docMk/>
            <pc:sldMk cId="562268125" sldId="259"/>
            <ac:spMk id="42" creationId="{379DC473-98F8-45DF-B136-EC0F0F4C6B23}"/>
          </ac:spMkLst>
        </pc:spChg>
        <pc:graphicFrameChg chg="modGraphic">
          <ac:chgData name="Franck Ivan Ouambo Simo" userId="e4f2ee211b0e6b06" providerId="LiveId" clId="{964BB0D7-512C-467E-B236-59BED8270634}" dt="2025-10-24T14:00:24.302" v="5137" actId="20577"/>
          <ac:graphicFrameMkLst>
            <pc:docMk/>
            <pc:sldMk cId="562268125" sldId="259"/>
            <ac:graphicFrameMk id="22" creationId="{26155EB0-0CD8-202D-AF6E-2356EF16F2CF}"/>
          </ac:graphicFrameMkLst>
        </pc:graphicFrameChg>
      </pc:sldChg>
      <pc:sldChg chg="new del">
        <pc:chgData name="Franck Ivan Ouambo Simo" userId="e4f2ee211b0e6b06" providerId="LiveId" clId="{964BB0D7-512C-467E-B236-59BED8270634}" dt="2025-10-17T04:36:04.694" v="1662" actId="47"/>
        <pc:sldMkLst>
          <pc:docMk/>
          <pc:sldMk cId="2804697331" sldId="260"/>
        </pc:sldMkLst>
      </pc:sldChg>
      <pc:sldChg chg="addSp modSp add mod setBg">
        <pc:chgData name="Franck Ivan Ouambo Simo" userId="e4f2ee211b0e6b06" providerId="LiveId" clId="{964BB0D7-512C-467E-B236-59BED8270634}" dt="2025-10-21T00:37:09.141" v="4596" actId="5793"/>
        <pc:sldMkLst>
          <pc:docMk/>
          <pc:sldMk cId="882685110" sldId="261"/>
        </pc:sldMkLst>
        <pc:spChg chg="mo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2" creationId="{391E25E6-4596-595E-F926-C68AEB9DF388}"/>
          </ac:spMkLst>
        </pc:spChg>
        <pc:spChg chg="mod">
          <ac:chgData name="Franck Ivan Ouambo Simo" userId="e4f2ee211b0e6b06" providerId="LiveId" clId="{964BB0D7-512C-467E-B236-59BED8270634}" dt="2025-10-21T00:37:09.141" v="4596" actId="5793"/>
          <ac:spMkLst>
            <pc:docMk/>
            <pc:sldMk cId="882685110" sldId="261"/>
            <ac:spMk id="3" creationId="{17791C97-E345-CDF0-CADB-5489291DDD35}"/>
          </ac:spMkLst>
        </pc:spChg>
        <pc:spChg chg="ad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8" creationId="{0786F82F-1B47-46ED-8EAE-53EF71E59E9A}"/>
          </ac:spMkLst>
        </pc:spChg>
        <pc:spChg chg="ad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10" creationId="{EF1BAF6F-6275-4646-9C59-331B29B9550F}"/>
          </ac:spMkLst>
        </pc:spChg>
        <pc:spChg chg="ad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12" creationId="{72526924-84D3-45FB-A5FE-62D8FCBF53B6}"/>
          </ac:spMkLst>
        </pc:spChg>
        <pc:spChg chg="ad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14" creationId="{5C2A6256-1DD0-4E4B-A8B3-9A711B4DBE0C}"/>
          </ac:spMkLst>
        </pc:spChg>
        <pc:spChg chg="ad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16" creationId="{41760540-185E-4652-BFD2-9B362EF3BC99}"/>
          </ac:spMkLst>
        </pc:spChg>
        <pc:spChg chg="ad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18" creationId="{729789F4-85C1-41A0-83EB-992E22210CB9}"/>
          </ac:spMkLst>
        </pc:spChg>
        <pc:spChg chg="add">
          <ac:chgData name="Franck Ivan Ouambo Simo" userId="e4f2ee211b0e6b06" providerId="LiveId" clId="{964BB0D7-512C-467E-B236-59BED8270634}" dt="2025-10-17T14:41:35.660" v="2201" actId="26606"/>
          <ac:spMkLst>
            <pc:docMk/>
            <pc:sldMk cId="882685110" sldId="261"/>
            <ac:spMk id="20" creationId="{9D9D367D-6DD2-4A7C-8918-0DCAC297559A}"/>
          </ac:spMkLst>
        </pc:spChg>
      </pc:sldChg>
      <pc:sldChg chg="addSp delSp modSp add mod ord setBg">
        <pc:chgData name="Franck Ivan Ouambo Simo" userId="e4f2ee211b0e6b06" providerId="LiveId" clId="{964BB0D7-512C-467E-B236-59BED8270634}" dt="2025-10-21T00:35:15.244" v="4515" actId="20577"/>
        <pc:sldMkLst>
          <pc:docMk/>
          <pc:sldMk cId="1771034182" sldId="262"/>
        </pc:sldMkLst>
        <pc:spChg chg="mod">
          <ac:chgData name="Franck Ivan Ouambo Simo" userId="e4f2ee211b0e6b06" providerId="LiveId" clId="{964BB0D7-512C-467E-B236-59BED8270634}" dt="2025-10-21T00:35:15.244" v="4515" actId="20577"/>
          <ac:spMkLst>
            <pc:docMk/>
            <pc:sldMk cId="1771034182" sldId="262"/>
            <ac:spMk id="2" creationId="{FCD7B853-4105-A993-68AE-15A673BE34E0}"/>
          </ac:spMkLst>
        </pc:spChg>
        <pc:spChg chg="add">
          <ac:chgData name="Franck Ivan Ouambo Simo" userId="e4f2ee211b0e6b06" providerId="LiveId" clId="{964BB0D7-512C-467E-B236-59BED8270634}" dt="2025-10-17T04:16:53.871" v="1069" actId="26606"/>
          <ac:spMkLst>
            <pc:docMk/>
            <pc:sldMk cId="1771034182" sldId="262"/>
            <ac:spMk id="9" creationId="{0786F82F-1B47-46ED-8EAE-53EF71E59E9A}"/>
          </ac:spMkLst>
        </pc:spChg>
        <pc:spChg chg="add">
          <ac:chgData name="Franck Ivan Ouambo Simo" userId="e4f2ee211b0e6b06" providerId="LiveId" clId="{964BB0D7-512C-467E-B236-59BED8270634}" dt="2025-10-17T04:16:53.871" v="1069" actId="26606"/>
          <ac:spMkLst>
            <pc:docMk/>
            <pc:sldMk cId="1771034182" sldId="262"/>
            <ac:spMk id="11" creationId="{EF1BAF6F-6275-4646-9C59-331B29B9550F}"/>
          </ac:spMkLst>
        </pc:spChg>
        <pc:spChg chg="add">
          <ac:chgData name="Franck Ivan Ouambo Simo" userId="e4f2ee211b0e6b06" providerId="LiveId" clId="{964BB0D7-512C-467E-B236-59BED8270634}" dt="2025-10-17T04:16:53.871" v="1069" actId="26606"/>
          <ac:spMkLst>
            <pc:docMk/>
            <pc:sldMk cId="1771034182" sldId="262"/>
            <ac:spMk id="13" creationId="{72526924-84D3-45FB-A5FE-62D8FCBF53B6}"/>
          </ac:spMkLst>
        </pc:spChg>
        <pc:spChg chg="add">
          <ac:chgData name="Franck Ivan Ouambo Simo" userId="e4f2ee211b0e6b06" providerId="LiveId" clId="{964BB0D7-512C-467E-B236-59BED8270634}" dt="2025-10-17T04:16:53.871" v="1069" actId="26606"/>
          <ac:spMkLst>
            <pc:docMk/>
            <pc:sldMk cId="1771034182" sldId="262"/>
            <ac:spMk id="15" creationId="{5C2A6256-1DD0-4E4B-A8B3-9A711B4DBE0C}"/>
          </ac:spMkLst>
        </pc:spChg>
        <pc:spChg chg="add">
          <ac:chgData name="Franck Ivan Ouambo Simo" userId="e4f2ee211b0e6b06" providerId="LiveId" clId="{964BB0D7-512C-467E-B236-59BED8270634}" dt="2025-10-17T04:16:53.871" v="1069" actId="26606"/>
          <ac:spMkLst>
            <pc:docMk/>
            <pc:sldMk cId="1771034182" sldId="262"/>
            <ac:spMk id="17" creationId="{41760540-185E-4652-BFD2-9B362EF3BC99}"/>
          </ac:spMkLst>
        </pc:spChg>
        <pc:spChg chg="add">
          <ac:chgData name="Franck Ivan Ouambo Simo" userId="e4f2ee211b0e6b06" providerId="LiveId" clId="{964BB0D7-512C-467E-B236-59BED8270634}" dt="2025-10-17T04:16:53.871" v="1069" actId="26606"/>
          <ac:spMkLst>
            <pc:docMk/>
            <pc:sldMk cId="1771034182" sldId="262"/>
            <ac:spMk id="19" creationId="{729789F4-85C1-41A0-83EB-992E22210CB9}"/>
          </ac:spMkLst>
        </pc:spChg>
        <pc:spChg chg="add">
          <ac:chgData name="Franck Ivan Ouambo Simo" userId="e4f2ee211b0e6b06" providerId="LiveId" clId="{964BB0D7-512C-467E-B236-59BED8270634}" dt="2025-10-17T04:16:53.871" v="1069" actId="26606"/>
          <ac:spMkLst>
            <pc:docMk/>
            <pc:sldMk cId="1771034182" sldId="262"/>
            <ac:spMk id="21" creationId="{9D9D367D-6DD2-4A7C-8918-0DCAC297559A}"/>
          </ac:spMkLst>
        </pc:spChg>
        <pc:graphicFrameChg chg="add mod modGraphic">
          <ac:chgData name="Franck Ivan Ouambo Simo" userId="e4f2ee211b0e6b06" providerId="LiveId" clId="{964BB0D7-512C-467E-B236-59BED8270634}" dt="2025-10-21T00:27:31.314" v="4402" actId="20577"/>
          <ac:graphicFrameMkLst>
            <pc:docMk/>
            <pc:sldMk cId="1771034182" sldId="262"/>
            <ac:graphicFrameMk id="3" creationId="{71A9432B-BE7A-0610-E3E8-8A69D0BE502D}"/>
          </ac:graphicFrameMkLst>
        </pc:graphicFrameChg>
      </pc:sldChg>
      <pc:sldChg chg="addSp delSp modSp add mod ord">
        <pc:chgData name="Franck Ivan Ouambo Simo" userId="e4f2ee211b0e6b06" providerId="LiveId" clId="{964BB0D7-512C-467E-B236-59BED8270634}" dt="2025-10-21T00:46:36.278" v="4756" actId="20577"/>
        <pc:sldMkLst>
          <pc:docMk/>
          <pc:sldMk cId="3807092359" sldId="263"/>
        </pc:sldMkLst>
        <pc:spChg chg="mod">
          <ac:chgData name="Franck Ivan Ouambo Simo" userId="e4f2ee211b0e6b06" providerId="LiveId" clId="{964BB0D7-512C-467E-B236-59BED8270634}" dt="2025-10-21T00:46:36.278" v="4756" actId="20577"/>
          <ac:spMkLst>
            <pc:docMk/>
            <pc:sldMk cId="3807092359" sldId="263"/>
            <ac:spMk id="2" creationId="{C19995D4-556F-8FBC-9B01-49824BF21CFA}"/>
          </ac:spMkLst>
        </pc:spChg>
        <pc:picChg chg="add mod">
          <ac:chgData name="Franck Ivan Ouambo Simo" userId="e4f2ee211b0e6b06" providerId="LiveId" clId="{964BB0D7-512C-467E-B236-59BED8270634}" dt="2025-10-20T23:52:39.312" v="3425" actId="1076"/>
          <ac:picMkLst>
            <pc:docMk/>
            <pc:sldMk cId="3807092359" sldId="263"/>
            <ac:picMk id="7" creationId="{F7E4B932-E709-732D-C589-9FE1C8940DA1}"/>
          </ac:picMkLst>
        </pc:picChg>
        <pc:picChg chg="add mod">
          <ac:chgData name="Franck Ivan Ouambo Simo" userId="e4f2ee211b0e6b06" providerId="LiveId" clId="{964BB0D7-512C-467E-B236-59BED8270634}" dt="2025-10-20T23:52:40.123" v="3426" actId="1076"/>
          <ac:picMkLst>
            <pc:docMk/>
            <pc:sldMk cId="3807092359" sldId="263"/>
            <ac:picMk id="10" creationId="{F514D33B-8C9D-E432-6699-106C26154EF6}"/>
          </ac:picMkLst>
        </pc:picChg>
      </pc:sldChg>
      <pc:sldChg chg="addSp delSp modSp add mod">
        <pc:chgData name="Franck Ivan Ouambo Simo" userId="e4f2ee211b0e6b06" providerId="LiveId" clId="{964BB0D7-512C-467E-B236-59BED8270634}" dt="2025-10-24T13:55:48.074" v="4902" actId="20577"/>
        <pc:sldMkLst>
          <pc:docMk/>
          <pc:sldMk cId="1699461189" sldId="264"/>
        </pc:sldMkLst>
        <pc:spChg chg="mod">
          <ac:chgData name="Franck Ivan Ouambo Simo" userId="e4f2ee211b0e6b06" providerId="LiveId" clId="{964BB0D7-512C-467E-B236-59BED8270634}" dt="2025-10-24T13:55:48.074" v="4902" actId="20577"/>
          <ac:spMkLst>
            <pc:docMk/>
            <pc:sldMk cId="1699461189" sldId="264"/>
            <ac:spMk id="2" creationId="{4BAE482A-6DC3-B726-F5D0-C1A3FA94101F}"/>
          </ac:spMkLst>
        </pc:spChg>
        <pc:spChg chg="add mod">
          <ac:chgData name="Franck Ivan Ouambo Simo" userId="e4f2ee211b0e6b06" providerId="LiveId" clId="{964BB0D7-512C-467E-B236-59BED8270634}" dt="2025-10-24T13:54:03.705" v="4862" actId="20577"/>
          <ac:spMkLst>
            <pc:docMk/>
            <pc:sldMk cId="1699461189" sldId="264"/>
            <ac:spMk id="6" creationId="{00D86A69-3717-611A-53C1-05A8636D0F83}"/>
          </ac:spMkLst>
        </pc:spChg>
        <pc:picChg chg="add mod">
          <ac:chgData name="Franck Ivan Ouambo Simo" userId="e4f2ee211b0e6b06" providerId="LiveId" clId="{964BB0D7-512C-467E-B236-59BED8270634}" dt="2025-10-21T00:07:40.674" v="3600" actId="1076"/>
          <ac:picMkLst>
            <pc:docMk/>
            <pc:sldMk cId="1699461189" sldId="264"/>
            <ac:picMk id="4" creationId="{DFADE756-5518-EABF-B62B-28EE25AF2CF6}"/>
          </ac:picMkLst>
        </pc:picChg>
      </pc:sldChg>
      <pc:sldChg chg="addSp delSp modSp add mod ord modShow">
        <pc:chgData name="Franck Ivan Ouambo Simo" userId="e4f2ee211b0e6b06" providerId="LiveId" clId="{964BB0D7-512C-467E-B236-59BED8270634}" dt="2025-10-24T14:00:59.292" v="5138" actId="729"/>
        <pc:sldMkLst>
          <pc:docMk/>
          <pc:sldMk cId="2633526078" sldId="265"/>
        </pc:sldMkLst>
        <pc:spChg chg="mod">
          <ac:chgData name="Franck Ivan Ouambo Simo" userId="e4f2ee211b0e6b06" providerId="LiveId" clId="{964BB0D7-512C-467E-B236-59BED8270634}" dt="2025-10-17T15:31:03.641" v="2556" actId="20577"/>
          <ac:spMkLst>
            <pc:docMk/>
            <pc:sldMk cId="2633526078" sldId="265"/>
            <ac:spMk id="2" creationId="{4C5923E2-4E76-2066-338A-BE464450FA7C}"/>
          </ac:spMkLst>
        </pc:spChg>
        <pc:picChg chg="add mod">
          <ac:chgData name="Franck Ivan Ouambo Simo" userId="e4f2ee211b0e6b06" providerId="LiveId" clId="{964BB0D7-512C-467E-B236-59BED8270634}" dt="2025-10-21T00:15:37.295" v="3991" actId="1076"/>
          <ac:picMkLst>
            <pc:docMk/>
            <pc:sldMk cId="2633526078" sldId="265"/>
            <ac:picMk id="7" creationId="{1A31B4E1-E50D-D878-A6F5-52588D7A6AD9}"/>
          </ac:picMkLst>
        </pc:picChg>
      </pc:sldChg>
      <pc:sldChg chg="addSp delSp modSp add mod ord">
        <pc:chgData name="Franck Ivan Ouambo Simo" userId="e4f2ee211b0e6b06" providerId="LiveId" clId="{964BB0D7-512C-467E-B236-59BED8270634}" dt="2025-10-24T13:55:42.177" v="4893"/>
        <pc:sldMkLst>
          <pc:docMk/>
          <pc:sldMk cId="216948205" sldId="266"/>
        </pc:sldMkLst>
        <pc:spChg chg="mod">
          <ac:chgData name="Franck Ivan Ouambo Simo" userId="e4f2ee211b0e6b06" providerId="LiveId" clId="{964BB0D7-512C-467E-B236-59BED8270634}" dt="2025-10-24T13:55:39.454" v="4891" actId="20577"/>
          <ac:spMkLst>
            <pc:docMk/>
            <pc:sldMk cId="216948205" sldId="266"/>
            <ac:spMk id="2" creationId="{C815A7B7-1B48-C918-B096-0DE7A03E49E6}"/>
          </ac:spMkLst>
        </pc:spChg>
        <pc:spChg chg="mod">
          <ac:chgData name="Franck Ivan Ouambo Simo" userId="e4f2ee211b0e6b06" providerId="LiveId" clId="{964BB0D7-512C-467E-B236-59BED8270634}" dt="2025-10-21T00:46:26.428" v="4743" actId="20577"/>
          <ac:spMkLst>
            <pc:docMk/>
            <pc:sldMk cId="216948205" sldId="266"/>
            <ac:spMk id="4" creationId="{23B002D7-1303-4B5C-88FD-F08233A461A5}"/>
          </ac:spMkLst>
        </pc:spChg>
        <pc:picChg chg="add mod">
          <ac:chgData name="Franck Ivan Ouambo Simo" userId="e4f2ee211b0e6b06" providerId="LiveId" clId="{964BB0D7-512C-467E-B236-59BED8270634}" dt="2025-10-21T00:10:34.678" v="3796" actId="1076"/>
          <ac:picMkLst>
            <pc:docMk/>
            <pc:sldMk cId="216948205" sldId="266"/>
            <ac:picMk id="8" creationId="{620AFE18-981A-1066-A87F-6A5ED633BDF7}"/>
          </ac:picMkLst>
        </pc:picChg>
      </pc:sldChg>
      <pc:sldChg chg="addSp delSp modSp add mod">
        <pc:chgData name="Franck Ivan Ouambo Simo" userId="e4f2ee211b0e6b06" providerId="LiveId" clId="{964BB0D7-512C-467E-B236-59BED8270634}" dt="2025-10-21T01:05:39.466" v="4852" actId="20577"/>
        <pc:sldMkLst>
          <pc:docMk/>
          <pc:sldMk cId="3364659547" sldId="267"/>
        </pc:sldMkLst>
        <pc:spChg chg="mod">
          <ac:chgData name="Franck Ivan Ouambo Simo" userId="e4f2ee211b0e6b06" providerId="LiveId" clId="{964BB0D7-512C-467E-B236-59BED8270634}" dt="2025-10-17T04:32:37.257" v="1334" actId="20577"/>
          <ac:spMkLst>
            <pc:docMk/>
            <pc:sldMk cId="3364659547" sldId="267"/>
            <ac:spMk id="2" creationId="{0D7E75ED-17F0-6194-B35A-E08D670E2477}"/>
          </ac:spMkLst>
        </pc:spChg>
        <pc:spChg chg="add mod">
          <ac:chgData name="Franck Ivan Ouambo Simo" userId="e4f2ee211b0e6b06" providerId="LiveId" clId="{964BB0D7-512C-467E-B236-59BED8270634}" dt="2025-10-21T01:05:39.466" v="4852" actId="20577"/>
          <ac:spMkLst>
            <pc:docMk/>
            <pc:sldMk cId="3364659547" sldId="267"/>
            <ac:spMk id="3" creationId="{E6972204-5010-3DE9-CBC0-9E0463C36222}"/>
          </ac:spMkLst>
        </pc:spChg>
        <pc:spChg chg="mod">
          <ac:chgData name="Franck Ivan Ouambo Simo" userId="e4f2ee211b0e6b06" providerId="LiveId" clId="{964BB0D7-512C-467E-B236-59BED8270634}" dt="2025-10-20T23:03:04.311" v="2945" actId="1076"/>
          <ac:spMkLst>
            <pc:docMk/>
            <pc:sldMk cId="3364659547" sldId="267"/>
            <ac:spMk id="4" creationId="{881DDD66-CDB6-00ED-3489-584BC313349D}"/>
          </ac:spMkLst>
        </pc:spChg>
        <pc:spChg chg="add mod">
          <ac:chgData name="Franck Ivan Ouambo Simo" userId="e4f2ee211b0e6b06" providerId="LiveId" clId="{964BB0D7-512C-467E-B236-59BED8270634}" dt="2025-10-20T23:05:09.264" v="2949" actId="207"/>
          <ac:spMkLst>
            <pc:docMk/>
            <pc:sldMk cId="3364659547" sldId="267"/>
            <ac:spMk id="5" creationId="{09B1AC4C-CB81-A7BA-28B4-30079B5690A9}"/>
          </ac:spMkLst>
        </pc:spChg>
        <pc:spChg chg="add mod">
          <ac:chgData name="Franck Ivan Ouambo Simo" userId="e4f2ee211b0e6b06" providerId="LiveId" clId="{964BB0D7-512C-467E-B236-59BED8270634}" dt="2025-10-20T23:00:16.894" v="2936" actId="1076"/>
          <ac:spMkLst>
            <pc:docMk/>
            <pc:sldMk cId="3364659547" sldId="267"/>
            <ac:spMk id="26" creationId="{CE9E71FD-74C0-C336-C7D1-BF5A5ABDF1D2}"/>
          </ac:spMkLst>
        </pc:spChg>
        <pc:spChg chg="add mod">
          <ac:chgData name="Franck Ivan Ouambo Simo" userId="e4f2ee211b0e6b06" providerId="LiveId" clId="{964BB0D7-512C-467E-B236-59BED8270634}" dt="2025-10-20T22:59:46.109" v="2931" actId="1076"/>
          <ac:spMkLst>
            <pc:docMk/>
            <pc:sldMk cId="3364659547" sldId="267"/>
            <ac:spMk id="28" creationId="{BEEAE061-377C-4FE9-6143-65F952518F8B}"/>
          </ac:spMkLst>
        </pc:spChg>
        <pc:spChg chg="add mod">
          <ac:chgData name="Franck Ivan Ouambo Simo" userId="e4f2ee211b0e6b06" providerId="LiveId" clId="{964BB0D7-512C-467E-B236-59BED8270634}" dt="2025-10-20T22:59:35.739" v="2930" actId="1076"/>
          <ac:spMkLst>
            <pc:docMk/>
            <pc:sldMk cId="3364659547" sldId="267"/>
            <ac:spMk id="29" creationId="{37789A0C-673A-EDE2-4BD6-E8C24B0158BE}"/>
          </ac:spMkLst>
        </pc:spChg>
        <pc:spChg chg="add mod">
          <ac:chgData name="Franck Ivan Ouambo Simo" userId="e4f2ee211b0e6b06" providerId="LiveId" clId="{964BB0D7-512C-467E-B236-59BED8270634}" dt="2025-10-20T23:00:22.458" v="2938" actId="20577"/>
          <ac:spMkLst>
            <pc:docMk/>
            <pc:sldMk cId="3364659547" sldId="267"/>
            <ac:spMk id="30" creationId="{5A67B42A-D157-20A3-F1C6-79AF348A11FA}"/>
          </ac:spMkLst>
        </pc:spChg>
        <pc:cxnChg chg="add mod">
          <ac:chgData name="Franck Ivan Ouambo Simo" userId="e4f2ee211b0e6b06" providerId="LiveId" clId="{964BB0D7-512C-467E-B236-59BED8270634}" dt="2025-10-20T22:55:49.936" v="2879" actId="14100"/>
          <ac:cxnSpMkLst>
            <pc:docMk/>
            <pc:sldMk cId="3364659547" sldId="267"/>
            <ac:cxnSpMk id="16" creationId="{39052C9D-8CA7-F1C3-A6A0-C4A7EFB0C013}"/>
          </ac:cxnSpMkLst>
        </pc:cxnChg>
        <pc:cxnChg chg="add mod">
          <ac:chgData name="Franck Ivan Ouambo Simo" userId="e4f2ee211b0e6b06" providerId="LiveId" clId="{964BB0D7-512C-467E-B236-59BED8270634}" dt="2025-10-20T22:57:08.886" v="2881" actId="1076"/>
          <ac:cxnSpMkLst>
            <pc:docMk/>
            <pc:sldMk cId="3364659547" sldId="267"/>
            <ac:cxnSpMk id="24" creationId="{249E7D01-2F39-0FC4-8B09-956A907C6E16}"/>
          </ac:cxnSpMkLst>
        </pc:cxnChg>
        <pc:cxnChg chg="add mod">
          <ac:chgData name="Franck Ivan Ouambo Simo" userId="e4f2ee211b0e6b06" providerId="LiveId" clId="{964BB0D7-512C-467E-B236-59BED8270634}" dt="2025-10-20T22:57:24.257" v="2883" actId="1076"/>
          <ac:cxnSpMkLst>
            <pc:docMk/>
            <pc:sldMk cId="3364659547" sldId="267"/>
            <ac:cxnSpMk id="25" creationId="{3F280486-834F-C1F3-1ACE-362ACEA7F66C}"/>
          </ac:cxnSpMkLst>
        </pc:cxnChg>
      </pc:sldChg>
      <pc:sldChg chg="addSp delSp modSp add mod">
        <pc:chgData name="Franck Ivan Ouambo Simo" userId="e4f2ee211b0e6b06" providerId="LiveId" clId="{964BB0D7-512C-467E-B236-59BED8270634}" dt="2025-10-21T01:05:21.536" v="4824" actId="20577"/>
        <pc:sldMkLst>
          <pc:docMk/>
          <pc:sldMk cId="1836217133" sldId="268"/>
        </pc:sldMkLst>
        <pc:spChg chg="mod">
          <ac:chgData name="Franck Ivan Ouambo Simo" userId="e4f2ee211b0e6b06" providerId="LiveId" clId="{964BB0D7-512C-467E-B236-59BED8270634}" dt="2025-10-17T04:36:18.074" v="1684" actId="20577"/>
          <ac:spMkLst>
            <pc:docMk/>
            <pc:sldMk cId="1836217133" sldId="268"/>
            <ac:spMk id="2" creationId="{EC869AD9-45B1-8DC7-C0B2-A52FEC1D20EC}"/>
          </ac:spMkLst>
        </pc:spChg>
        <pc:spChg chg="mod">
          <ac:chgData name="Franck Ivan Ouambo Simo" userId="e4f2ee211b0e6b06" providerId="LiveId" clId="{964BB0D7-512C-467E-B236-59BED8270634}" dt="2025-10-21T01:05:21.536" v="4824" actId="20577"/>
          <ac:spMkLst>
            <pc:docMk/>
            <pc:sldMk cId="1836217133" sldId="268"/>
            <ac:spMk id="4" creationId="{7BABB381-0226-9F19-419D-56F4242D4834}"/>
          </ac:spMkLst>
        </pc:spChg>
        <pc:graphicFrameChg chg="add mod modGraphic">
          <ac:chgData name="Franck Ivan Ouambo Simo" userId="e4f2ee211b0e6b06" providerId="LiveId" clId="{964BB0D7-512C-467E-B236-59BED8270634}" dt="2025-10-21T01:05:01.586" v="4816" actId="1076"/>
          <ac:graphicFrameMkLst>
            <pc:docMk/>
            <pc:sldMk cId="1836217133" sldId="268"/>
            <ac:graphicFrameMk id="5" creationId="{7F67D3AD-076A-6C65-4D62-3C446C3C0D27}"/>
          </ac:graphicFrameMkLst>
        </pc:graphicFrameChg>
        <pc:graphicFrameChg chg="add mod modGraphic">
          <ac:chgData name="Franck Ivan Ouambo Simo" userId="e4f2ee211b0e6b06" providerId="LiveId" clId="{964BB0D7-512C-467E-B236-59BED8270634}" dt="2025-10-21T01:04:58.275" v="4815" actId="1076"/>
          <ac:graphicFrameMkLst>
            <pc:docMk/>
            <pc:sldMk cId="1836217133" sldId="268"/>
            <ac:graphicFrameMk id="6" creationId="{FC4E3341-E817-EE97-F1CD-E780F86F3ADD}"/>
          </ac:graphicFrameMkLst>
        </pc:graphicFrameChg>
      </pc:sldChg>
      <pc:sldChg chg="addSp delSp modSp new mod setBg">
        <pc:chgData name="Franck Ivan Ouambo Simo" userId="e4f2ee211b0e6b06" providerId="LiveId" clId="{964BB0D7-512C-467E-B236-59BED8270634}" dt="2025-10-21T00:31:51.411" v="4461" actId="20577"/>
        <pc:sldMkLst>
          <pc:docMk/>
          <pc:sldMk cId="4144889358" sldId="269"/>
        </pc:sldMkLst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18" creationId="{79855050-A75B-4DD0-9B56-8B1C7722D884}"/>
          </ac:spMkLst>
        </pc:spChg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19" creationId="{0786F82F-1B47-46ED-8EAE-53EF71E59E9A}"/>
          </ac:spMkLst>
        </pc:spChg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20" creationId="{5E6738EB-6FF0-4AF9-8462-57F4494B88B2}"/>
          </ac:spMkLst>
        </pc:spChg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21" creationId="{EF1BAF6F-6275-4646-9C59-331B29B9550F}"/>
          </ac:spMkLst>
        </pc:spChg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23" creationId="{099405E2-1A96-4DBA-A9DC-4C2A1B421CA9}"/>
          </ac:spMkLst>
        </pc:spChg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24" creationId="{CA212158-300D-44D0-9CCE-472C3F669EE1}"/>
          </ac:spMkLst>
        </pc:spChg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25" creationId="{932FF329-3A87-4F66-BA01-91CD63C8119F}"/>
          </ac:spMkLst>
        </pc:spChg>
        <pc:spChg chg="add">
          <ac:chgData name="Franck Ivan Ouambo Simo" userId="e4f2ee211b0e6b06" providerId="LiveId" clId="{964BB0D7-512C-467E-B236-59BED8270634}" dt="2025-10-17T04:46:16.959" v="2197" actId="26606"/>
          <ac:spMkLst>
            <pc:docMk/>
            <pc:sldMk cId="4144889358" sldId="269"/>
            <ac:spMk id="26" creationId="{988521F4-D44A-42C5-9BDB-5CA25554098B}"/>
          </ac:spMkLst>
        </pc:spChg>
        <pc:spChg chg="add mod">
          <ac:chgData name="Franck Ivan Ouambo Simo" userId="e4f2ee211b0e6b06" providerId="LiveId" clId="{964BB0D7-512C-467E-B236-59BED8270634}" dt="2025-10-21T00:31:51.411" v="4461" actId="20577"/>
          <ac:spMkLst>
            <pc:docMk/>
            <pc:sldMk cId="4144889358" sldId="269"/>
            <ac:spMk id="29" creationId="{5DD69FB6-6E81-DF5F-7BF3-5E2A25E4A8A3}"/>
          </ac:spMkLst>
        </pc:spChg>
      </pc:sldChg>
      <pc:sldChg chg="addSp delSp modSp add del mod">
        <pc:chgData name="Franck Ivan Ouambo Simo" userId="e4f2ee211b0e6b06" providerId="LiveId" clId="{964BB0D7-512C-467E-B236-59BED8270634}" dt="2025-10-20T23:33:10.030" v="3217" actId="47"/>
        <pc:sldMkLst>
          <pc:docMk/>
          <pc:sldMk cId="2531084595" sldId="270"/>
        </pc:sldMkLst>
      </pc:sldChg>
      <pc:sldChg chg="addSp delSp modSp add mod">
        <pc:chgData name="Franck Ivan Ouambo Simo" userId="e4f2ee211b0e6b06" providerId="LiveId" clId="{964BB0D7-512C-467E-B236-59BED8270634}" dt="2025-10-21T00:30:21.821" v="4430" actId="14100"/>
        <pc:sldMkLst>
          <pc:docMk/>
          <pc:sldMk cId="654950827" sldId="271"/>
        </pc:sldMkLst>
        <pc:spChg chg="mod">
          <ac:chgData name="Franck Ivan Ouambo Simo" userId="e4f2ee211b0e6b06" providerId="LiveId" clId="{964BB0D7-512C-467E-B236-59BED8270634}" dt="2025-10-20T23:44:38.308" v="3391" actId="26606"/>
          <ac:spMkLst>
            <pc:docMk/>
            <pc:sldMk cId="654950827" sldId="271"/>
            <ac:spMk id="2" creationId="{7D24ABBB-5E51-3594-3D21-DF6512924F47}"/>
          </ac:spMkLst>
        </pc:spChg>
        <pc:spChg chg="mod ord">
          <ac:chgData name="Franck Ivan Ouambo Simo" userId="e4f2ee211b0e6b06" providerId="LiveId" clId="{964BB0D7-512C-467E-B236-59BED8270634}" dt="2025-10-21T00:13:23.054" v="3954" actId="255"/>
          <ac:spMkLst>
            <pc:docMk/>
            <pc:sldMk cId="654950827" sldId="271"/>
            <ac:spMk id="4" creationId="{520CFCAF-6996-8BF9-EB5C-F74D01017CF0}"/>
          </ac:spMkLst>
        </pc:spChg>
        <pc:spChg chg="add">
          <ac:chgData name="Franck Ivan Ouambo Simo" userId="e4f2ee211b0e6b06" providerId="LiveId" clId="{964BB0D7-512C-467E-B236-59BED8270634}" dt="2025-10-20T23:44:38.308" v="3391" actId="26606"/>
          <ac:spMkLst>
            <pc:docMk/>
            <pc:sldMk cId="654950827" sldId="271"/>
            <ac:spMk id="26" creationId="{0786F82F-1B47-46ED-8EAE-53EF71E59E9A}"/>
          </ac:spMkLst>
        </pc:spChg>
        <pc:spChg chg="add">
          <ac:chgData name="Franck Ivan Ouambo Simo" userId="e4f2ee211b0e6b06" providerId="LiveId" clId="{964BB0D7-512C-467E-B236-59BED8270634}" dt="2025-10-20T23:44:38.308" v="3391" actId="26606"/>
          <ac:spMkLst>
            <pc:docMk/>
            <pc:sldMk cId="654950827" sldId="271"/>
            <ac:spMk id="28" creationId="{EF1BAF6F-6275-4646-9C59-331B29B9550F}"/>
          </ac:spMkLst>
        </pc:spChg>
        <pc:spChg chg="add">
          <ac:chgData name="Franck Ivan Ouambo Simo" userId="e4f2ee211b0e6b06" providerId="LiveId" clId="{964BB0D7-512C-467E-B236-59BED8270634}" dt="2025-10-20T23:44:38.308" v="3391" actId="26606"/>
          <ac:spMkLst>
            <pc:docMk/>
            <pc:sldMk cId="654950827" sldId="271"/>
            <ac:spMk id="30" creationId="{099405E2-1A96-4DBA-A9DC-4C2A1B421CA9}"/>
          </ac:spMkLst>
        </pc:spChg>
        <pc:spChg chg="add">
          <ac:chgData name="Franck Ivan Ouambo Simo" userId="e4f2ee211b0e6b06" providerId="LiveId" clId="{964BB0D7-512C-467E-B236-59BED8270634}" dt="2025-10-20T23:44:38.308" v="3391" actId="26606"/>
          <ac:spMkLst>
            <pc:docMk/>
            <pc:sldMk cId="654950827" sldId="271"/>
            <ac:spMk id="34" creationId="{98928BEC-981A-4B8F-98FA-839975C5F1B3}"/>
          </ac:spMkLst>
        </pc:spChg>
        <pc:spChg chg="add">
          <ac:chgData name="Franck Ivan Ouambo Simo" userId="e4f2ee211b0e6b06" providerId="LiveId" clId="{964BB0D7-512C-467E-B236-59BED8270634}" dt="2025-10-20T23:44:38.308" v="3391" actId="26606"/>
          <ac:spMkLst>
            <pc:docMk/>
            <pc:sldMk cId="654950827" sldId="271"/>
            <ac:spMk id="38" creationId="{4E8B9C70-F708-443B-82A0-80E311A003D8}"/>
          </ac:spMkLst>
        </pc:spChg>
        <pc:spChg chg="add">
          <ac:chgData name="Franck Ivan Ouambo Simo" userId="e4f2ee211b0e6b06" providerId="LiveId" clId="{964BB0D7-512C-467E-B236-59BED8270634}" dt="2025-10-20T23:44:38.308" v="3391" actId="26606"/>
          <ac:spMkLst>
            <pc:docMk/>
            <pc:sldMk cId="654950827" sldId="271"/>
            <ac:spMk id="44" creationId="{EA6FE760-E70F-4EB9-BCB1-D7795F04B6C2}"/>
          </ac:spMkLst>
        </pc:spChg>
        <pc:picChg chg="mod">
          <ac:chgData name="Franck Ivan Ouambo Simo" userId="e4f2ee211b0e6b06" providerId="LiveId" clId="{964BB0D7-512C-467E-B236-59BED8270634}" dt="2025-10-20T23:44:47.318" v="3392" actId="27614"/>
          <ac:picMkLst>
            <pc:docMk/>
            <pc:sldMk cId="654950827" sldId="271"/>
            <ac:picMk id="3" creationId="{B2E23010-6DDC-70F9-7464-83371DB95776}"/>
          </ac:picMkLst>
        </pc:picChg>
        <pc:picChg chg="add mod modCrop">
          <ac:chgData name="Franck Ivan Ouambo Simo" userId="e4f2ee211b0e6b06" providerId="LiveId" clId="{964BB0D7-512C-467E-B236-59BED8270634}" dt="2025-10-21T00:30:21.821" v="4430" actId="14100"/>
          <ac:picMkLst>
            <pc:docMk/>
            <pc:sldMk cId="654950827" sldId="271"/>
            <ac:picMk id="8" creationId="{19BD2FC7-FE2E-60B5-CF92-FCCA75C067D5}"/>
          </ac:picMkLst>
        </pc:picChg>
      </pc:sldChg>
      <pc:sldChg chg="addSp delSp modSp add del mod">
        <pc:chgData name="Franck Ivan Ouambo Simo" userId="e4f2ee211b0e6b06" providerId="LiveId" clId="{964BB0D7-512C-467E-B236-59BED8270634}" dt="2025-10-20T23:23:55.923" v="3202" actId="47"/>
        <pc:sldMkLst>
          <pc:docMk/>
          <pc:sldMk cId="1288459290" sldId="271"/>
        </pc:sldMkLst>
      </pc:sldChg>
      <pc:sldChg chg="new del">
        <pc:chgData name="Franck Ivan Ouambo Simo" userId="e4f2ee211b0e6b06" providerId="LiveId" clId="{964BB0D7-512C-467E-B236-59BED8270634}" dt="2025-10-24T13:56:12.905" v="4907" actId="47"/>
        <pc:sldMkLst>
          <pc:docMk/>
          <pc:sldMk cId="369714286" sldId="272"/>
        </pc:sldMkLst>
      </pc:sldChg>
      <pc:sldChg chg="add ord">
        <pc:chgData name="Franck Ivan Ouambo Simo" userId="e4f2ee211b0e6b06" providerId="LiveId" clId="{964BB0D7-512C-467E-B236-59BED8270634}" dt="2025-10-24T13:56:11.778" v="4906"/>
        <pc:sldMkLst>
          <pc:docMk/>
          <pc:sldMk cId="2741651968" sldId="273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7C8752-519A-445A-BE97-D29C8E45EC0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E85C545-78A4-4B03-A12A-C7F13C9BC18E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C5B9E0B9-CF03-4387-B620-03396C0522A2}" type="parTrans" cxnId="{A12BF272-EAB6-41BA-8FCD-2AC372F9EFBE}">
      <dgm:prSet/>
      <dgm:spPr/>
      <dgm:t>
        <a:bodyPr/>
        <a:lstStyle/>
        <a:p>
          <a:endParaRPr lang="en-US"/>
        </a:p>
      </dgm:t>
    </dgm:pt>
    <dgm:pt modelId="{D2ADA3D7-4DF5-4F2D-B4F9-76CB3FBB5E84}" type="sibTrans" cxnId="{A12BF272-EAB6-41BA-8FCD-2AC372F9EFBE}">
      <dgm:prSet/>
      <dgm:spPr/>
      <dgm:t>
        <a:bodyPr/>
        <a:lstStyle/>
        <a:p>
          <a:endParaRPr lang="en-US"/>
        </a:p>
      </dgm:t>
    </dgm:pt>
    <dgm:pt modelId="{C5DB58FB-8977-4470-BC42-5EA50A2F89EF}">
      <dgm:prSet/>
      <dgm:spPr/>
      <dgm:t>
        <a:bodyPr/>
        <a:lstStyle/>
        <a:p>
          <a:r>
            <a:rPr lang="en-US" dirty="0"/>
            <a:t>EDA</a:t>
          </a:r>
        </a:p>
      </dgm:t>
    </dgm:pt>
    <dgm:pt modelId="{61C43F8E-A964-4B92-8A77-CB5FA1A864C7}" type="parTrans" cxnId="{80637E2B-3448-4B96-A30C-EC95B91F2695}">
      <dgm:prSet/>
      <dgm:spPr/>
      <dgm:t>
        <a:bodyPr/>
        <a:lstStyle/>
        <a:p>
          <a:endParaRPr lang="en-US"/>
        </a:p>
      </dgm:t>
    </dgm:pt>
    <dgm:pt modelId="{ACDF5842-C719-424E-8FB3-C0D381C70821}" type="sibTrans" cxnId="{80637E2B-3448-4B96-A30C-EC95B91F2695}">
      <dgm:prSet/>
      <dgm:spPr/>
      <dgm:t>
        <a:bodyPr/>
        <a:lstStyle/>
        <a:p>
          <a:endParaRPr lang="en-US"/>
        </a:p>
      </dgm:t>
    </dgm:pt>
    <dgm:pt modelId="{2018FD1B-C1D2-49E2-B1EA-62623C3E240C}">
      <dgm:prSet/>
      <dgm:spPr/>
      <dgm:t>
        <a:bodyPr/>
        <a:lstStyle/>
        <a:p>
          <a:r>
            <a:rPr lang="en-US" dirty="0"/>
            <a:t>unexpected</a:t>
          </a:r>
        </a:p>
      </dgm:t>
    </dgm:pt>
    <dgm:pt modelId="{0420BE00-1FA1-4961-B86D-B6BBC0DDDFB0}" type="parTrans" cxnId="{FBEDF745-0F09-432A-9BE6-975768AF1BAB}">
      <dgm:prSet/>
      <dgm:spPr/>
      <dgm:t>
        <a:bodyPr/>
        <a:lstStyle/>
        <a:p>
          <a:endParaRPr lang="en-US"/>
        </a:p>
      </dgm:t>
    </dgm:pt>
    <dgm:pt modelId="{91C4A2EA-D534-48D3-96EB-9D43A09BAC0A}" type="sibTrans" cxnId="{FBEDF745-0F09-432A-9BE6-975768AF1BAB}">
      <dgm:prSet/>
      <dgm:spPr/>
      <dgm:t>
        <a:bodyPr/>
        <a:lstStyle/>
        <a:p>
          <a:endParaRPr lang="en-US"/>
        </a:p>
      </dgm:t>
    </dgm:pt>
    <dgm:pt modelId="{464B9FED-3AF6-4F71-8842-5B4C8446F991}">
      <dgm:prSet/>
      <dgm:spPr/>
      <dgm:t>
        <a:bodyPr/>
        <a:lstStyle/>
        <a:p>
          <a:r>
            <a:rPr lang="en-US" dirty="0"/>
            <a:t>Important</a:t>
          </a:r>
        </a:p>
      </dgm:t>
    </dgm:pt>
    <dgm:pt modelId="{9471A1F1-EC12-4EE2-97B4-1E456D36CB2C}" type="parTrans" cxnId="{7D3304BB-67DC-4A88-A521-02E1ED46C28F}">
      <dgm:prSet/>
      <dgm:spPr/>
      <dgm:t>
        <a:bodyPr/>
        <a:lstStyle/>
        <a:p>
          <a:endParaRPr lang="en-US"/>
        </a:p>
      </dgm:t>
    </dgm:pt>
    <dgm:pt modelId="{852CCFD0-0B4E-4583-8089-BDD51C5299E1}" type="sibTrans" cxnId="{7D3304BB-67DC-4A88-A521-02E1ED46C28F}">
      <dgm:prSet/>
      <dgm:spPr/>
      <dgm:t>
        <a:bodyPr/>
        <a:lstStyle/>
        <a:p>
          <a:endParaRPr lang="en-US"/>
        </a:p>
      </dgm:t>
    </dgm:pt>
    <dgm:pt modelId="{58912FF2-668B-456E-855D-7B5C44A4B3FE}">
      <dgm:prSet/>
      <dgm:spPr/>
      <dgm:t>
        <a:bodyPr/>
        <a:lstStyle/>
        <a:p>
          <a:r>
            <a:rPr lang="en-US" dirty="0"/>
            <a:t>Interesting</a:t>
          </a:r>
        </a:p>
      </dgm:t>
    </dgm:pt>
    <dgm:pt modelId="{F3527E9F-E72C-4EA7-9F18-EFF16FC8E9A3}" type="parTrans" cxnId="{E747CFDB-D456-4AE2-9AD2-2E089A9B2A17}">
      <dgm:prSet/>
      <dgm:spPr/>
      <dgm:t>
        <a:bodyPr/>
        <a:lstStyle/>
        <a:p>
          <a:endParaRPr lang="en-US"/>
        </a:p>
      </dgm:t>
    </dgm:pt>
    <dgm:pt modelId="{04524A9C-CF2B-435F-B4D6-A73C71130F78}" type="sibTrans" cxnId="{E747CFDB-D456-4AE2-9AD2-2E089A9B2A17}">
      <dgm:prSet/>
      <dgm:spPr/>
      <dgm:t>
        <a:bodyPr/>
        <a:lstStyle/>
        <a:p>
          <a:endParaRPr lang="en-US"/>
        </a:p>
      </dgm:t>
    </dgm:pt>
    <dgm:pt modelId="{2B61B2D3-FC89-430B-84DF-C390A1DAE113}">
      <dgm:prSet/>
      <dgm:spPr/>
      <dgm:t>
        <a:bodyPr/>
        <a:lstStyle/>
        <a:p>
          <a:r>
            <a:rPr lang="en-US" dirty="0"/>
            <a:t>Splitting</a:t>
          </a:r>
        </a:p>
      </dgm:t>
    </dgm:pt>
    <dgm:pt modelId="{B272FD87-06C2-49D2-898F-1E7546F0EDFF}" type="parTrans" cxnId="{E960D0A8-73B8-45D5-8C69-827123B6968C}">
      <dgm:prSet/>
      <dgm:spPr/>
      <dgm:t>
        <a:bodyPr/>
        <a:lstStyle/>
        <a:p>
          <a:endParaRPr lang="en-US"/>
        </a:p>
      </dgm:t>
    </dgm:pt>
    <dgm:pt modelId="{7918140D-417C-469A-9E6C-6A1B2161D023}" type="sibTrans" cxnId="{E960D0A8-73B8-45D5-8C69-827123B6968C}">
      <dgm:prSet/>
      <dgm:spPr/>
      <dgm:t>
        <a:bodyPr/>
        <a:lstStyle/>
        <a:p>
          <a:endParaRPr lang="en-US"/>
        </a:p>
      </dgm:t>
    </dgm:pt>
    <dgm:pt modelId="{33C6FF50-A3BF-4E4C-B38B-2765C2EC30EC}">
      <dgm:prSet/>
      <dgm:spPr/>
      <dgm:t>
        <a:bodyPr/>
        <a:lstStyle/>
        <a:p>
          <a:r>
            <a:rPr lang="en-US" dirty="0"/>
            <a:t>preprocessing</a:t>
          </a:r>
        </a:p>
      </dgm:t>
    </dgm:pt>
    <dgm:pt modelId="{9FB36A7D-9250-4E06-BD3F-8EC5F1D4FA88}" type="parTrans" cxnId="{F233A436-A928-4EBF-8A83-0279F21E985B}">
      <dgm:prSet/>
      <dgm:spPr/>
      <dgm:t>
        <a:bodyPr/>
        <a:lstStyle/>
        <a:p>
          <a:endParaRPr lang="en-US"/>
        </a:p>
      </dgm:t>
    </dgm:pt>
    <dgm:pt modelId="{2D21E324-B2E4-4975-B0F6-B40F92E63B67}" type="sibTrans" cxnId="{F233A436-A928-4EBF-8A83-0279F21E985B}">
      <dgm:prSet/>
      <dgm:spPr/>
      <dgm:t>
        <a:bodyPr/>
        <a:lstStyle/>
        <a:p>
          <a:endParaRPr lang="en-US"/>
        </a:p>
      </dgm:t>
    </dgm:pt>
    <dgm:pt modelId="{98B3B7AD-F204-44C2-B364-3273047DCEB2}" type="pres">
      <dgm:prSet presAssocID="{EC7C8752-519A-445A-BE97-D29C8E45EC0F}" presName="linear" presStyleCnt="0">
        <dgm:presLayoutVars>
          <dgm:animLvl val="lvl"/>
          <dgm:resizeHandles val="exact"/>
        </dgm:presLayoutVars>
      </dgm:prSet>
      <dgm:spPr/>
    </dgm:pt>
    <dgm:pt modelId="{13B29974-706C-44EC-B079-2D28E922AB6E}" type="pres">
      <dgm:prSet presAssocID="{2E85C545-78A4-4B03-A12A-C7F13C9BC18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4492DE-3C31-42EE-809E-DB30D4AD3962}" type="pres">
      <dgm:prSet presAssocID="{D2ADA3D7-4DF5-4F2D-B4F9-76CB3FBB5E84}" presName="spacer" presStyleCnt="0"/>
      <dgm:spPr/>
    </dgm:pt>
    <dgm:pt modelId="{190BB039-E009-4E26-AEE3-9CC1058E52EA}" type="pres">
      <dgm:prSet presAssocID="{C5DB58FB-8977-4470-BC42-5EA50A2F89E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27AF4DA-081E-4264-B2E7-E77E8EC5848F}" type="pres">
      <dgm:prSet presAssocID="{C5DB58FB-8977-4470-BC42-5EA50A2F89EF}" presName="childText" presStyleLbl="revTx" presStyleIdx="0" presStyleCnt="1">
        <dgm:presLayoutVars>
          <dgm:bulletEnabled val="1"/>
        </dgm:presLayoutVars>
      </dgm:prSet>
      <dgm:spPr/>
    </dgm:pt>
    <dgm:pt modelId="{69CF0C8F-3610-4269-8FDD-AE8B0885CD9F}" type="pres">
      <dgm:prSet presAssocID="{2B61B2D3-FC89-430B-84DF-C390A1DAE113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54E2F2B-8367-4690-ABD0-C65F43046E14}" type="pres">
      <dgm:prSet presAssocID="{7918140D-417C-469A-9E6C-6A1B2161D023}" presName="spacer" presStyleCnt="0"/>
      <dgm:spPr/>
    </dgm:pt>
    <dgm:pt modelId="{40C07204-6971-4E20-B5F2-33DA5EE805B3}" type="pres">
      <dgm:prSet presAssocID="{33C6FF50-A3BF-4E4C-B38B-2765C2EC30E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1665AA23-30AA-4EF6-9636-0E51F62CF845}" type="presOf" srcId="{58912FF2-668B-456E-855D-7B5C44A4B3FE}" destId="{327AF4DA-081E-4264-B2E7-E77E8EC5848F}" srcOrd="0" destOrd="2" presId="urn:microsoft.com/office/officeart/2005/8/layout/vList2"/>
    <dgm:cxn modelId="{80637E2B-3448-4B96-A30C-EC95B91F2695}" srcId="{EC7C8752-519A-445A-BE97-D29C8E45EC0F}" destId="{C5DB58FB-8977-4470-BC42-5EA50A2F89EF}" srcOrd="1" destOrd="0" parTransId="{61C43F8E-A964-4B92-8A77-CB5FA1A864C7}" sibTransId="{ACDF5842-C719-424E-8FB3-C0D381C70821}"/>
    <dgm:cxn modelId="{8470AC2C-604C-4BA8-BCCC-9444C05387C8}" type="presOf" srcId="{33C6FF50-A3BF-4E4C-B38B-2765C2EC30EC}" destId="{40C07204-6971-4E20-B5F2-33DA5EE805B3}" srcOrd="0" destOrd="0" presId="urn:microsoft.com/office/officeart/2005/8/layout/vList2"/>
    <dgm:cxn modelId="{8C909134-AD8C-4352-AA7D-40BDAFE69522}" type="presOf" srcId="{2B61B2D3-FC89-430B-84DF-C390A1DAE113}" destId="{69CF0C8F-3610-4269-8FDD-AE8B0885CD9F}" srcOrd="0" destOrd="0" presId="urn:microsoft.com/office/officeart/2005/8/layout/vList2"/>
    <dgm:cxn modelId="{F233A436-A928-4EBF-8A83-0279F21E985B}" srcId="{EC7C8752-519A-445A-BE97-D29C8E45EC0F}" destId="{33C6FF50-A3BF-4E4C-B38B-2765C2EC30EC}" srcOrd="3" destOrd="0" parTransId="{9FB36A7D-9250-4E06-BD3F-8EC5F1D4FA88}" sibTransId="{2D21E324-B2E4-4975-B0F6-B40F92E63B67}"/>
    <dgm:cxn modelId="{5892D95D-C229-4F7F-BAE7-4EF55AC466FC}" type="presOf" srcId="{464B9FED-3AF6-4F71-8842-5B4C8446F991}" destId="{327AF4DA-081E-4264-B2E7-E77E8EC5848F}" srcOrd="0" destOrd="1" presId="urn:microsoft.com/office/officeart/2005/8/layout/vList2"/>
    <dgm:cxn modelId="{FBEDF745-0F09-432A-9BE6-975768AF1BAB}" srcId="{C5DB58FB-8977-4470-BC42-5EA50A2F89EF}" destId="{2018FD1B-C1D2-49E2-B1EA-62623C3E240C}" srcOrd="0" destOrd="0" parTransId="{0420BE00-1FA1-4961-B86D-B6BBC0DDDFB0}" sibTransId="{91C4A2EA-D534-48D3-96EB-9D43A09BAC0A}"/>
    <dgm:cxn modelId="{1A821651-C4C9-454D-8DE9-12EEBCBEE407}" type="presOf" srcId="{EC7C8752-519A-445A-BE97-D29C8E45EC0F}" destId="{98B3B7AD-F204-44C2-B364-3273047DCEB2}" srcOrd="0" destOrd="0" presId="urn:microsoft.com/office/officeart/2005/8/layout/vList2"/>
    <dgm:cxn modelId="{A12BF272-EAB6-41BA-8FCD-2AC372F9EFBE}" srcId="{EC7C8752-519A-445A-BE97-D29C8E45EC0F}" destId="{2E85C545-78A4-4B03-A12A-C7F13C9BC18E}" srcOrd="0" destOrd="0" parTransId="{C5B9E0B9-CF03-4387-B620-03396C0522A2}" sibTransId="{D2ADA3D7-4DF5-4F2D-B4F9-76CB3FBB5E84}"/>
    <dgm:cxn modelId="{E960D0A8-73B8-45D5-8C69-827123B6968C}" srcId="{EC7C8752-519A-445A-BE97-D29C8E45EC0F}" destId="{2B61B2D3-FC89-430B-84DF-C390A1DAE113}" srcOrd="2" destOrd="0" parTransId="{B272FD87-06C2-49D2-898F-1E7546F0EDFF}" sibTransId="{7918140D-417C-469A-9E6C-6A1B2161D023}"/>
    <dgm:cxn modelId="{7D3304BB-67DC-4A88-A521-02E1ED46C28F}" srcId="{C5DB58FB-8977-4470-BC42-5EA50A2F89EF}" destId="{464B9FED-3AF6-4F71-8842-5B4C8446F991}" srcOrd="1" destOrd="0" parTransId="{9471A1F1-EC12-4EE2-97B4-1E456D36CB2C}" sibTransId="{852CCFD0-0B4E-4583-8089-BDD51C5299E1}"/>
    <dgm:cxn modelId="{E338D4CD-8ED2-4B0A-8FF9-D03ADF338EFD}" type="presOf" srcId="{C5DB58FB-8977-4470-BC42-5EA50A2F89EF}" destId="{190BB039-E009-4E26-AEE3-9CC1058E52EA}" srcOrd="0" destOrd="0" presId="urn:microsoft.com/office/officeart/2005/8/layout/vList2"/>
    <dgm:cxn modelId="{E747CFDB-D456-4AE2-9AD2-2E089A9B2A17}" srcId="{C5DB58FB-8977-4470-BC42-5EA50A2F89EF}" destId="{58912FF2-668B-456E-855D-7B5C44A4B3FE}" srcOrd="2" destOrd="0" parTransId="{F3527E9F-E72C-4EA7-9F18-EFF16FC8E9A3}" sibTransId="{04524A9C-CF2B-435F-B4D6-A73C71130F78}"/>
    <dgm:cxn modelId="{C9F27DDE-5A75-4CD8-8436-82904EAB4C9F}" type="presOf" srcId="{2018FD1B-C1D2-49E2-B1EA-62623C3E240C}" destId="{327AF4DA-081E-4264-B2E7-E77E8EC5848F}" srcOrd="0" destOrd="0" presId="urn:microsoft.com/office/officeart/2005/8/layout/vList2"/>
    <dgm:cxn modelId="{D5EDCEE9-822F-4BB6-AFE3-E473F4B65ACC}" type="presOf" srcId="{2E85C545-78A4-4B03-A12A-C7F13C9BC18E}" destId="{13B29974-706C-44EC-B079-2D28E922AB6E}" srcOrd="0" destOrd="0" presId="urn:microsoft.com/office/officeart/2005/8/layout/vList2"/>
    <dgm:cxn modelId="{6DBE45D3-405D-41FD-A7AB-068B42E20688}" type="presParOf" srcId="{98B3B7AD-F204-44C2-B364-3273047DCEB2}" destId="{13B29974-706C-44EC-B079-2D28E922AB6E}" srcOrd="0" destOrd="0" presId="urn:microsoft.com/office/officeart/2005/8/layout/vList2"/>
    <dgm:cxn modelId="{047F48D0-2734-4A16-BBEC-801CB0BA2997}" type="presParOf" srcId="{98B3B7AD-F204-44C2-B364-3273047DCEB2}" destId="{C54492DE-3C31-42EE-809E-DB30D4AD3962}" srcOrd="1" destOrd="0" presId="urn:microsoft.com/office/officeart/2005/8/layout/vList2"/>
    <dgm:cxn modelId="{68689002-931F-4654-B908-8A1322540421}" type="presParOf" srcId="{98B3B7AD-F204-44C2-B364-3273047DCEB2}" destId="{190BB039-E009-4E26-AEE3-9CC1058E52EA}" srcOrd="2" destOrd="0" presId="urn:microsoft.com/office/officeart/2005/8/layout/vList2"/>
    <dgm:cxn modelId="{260C25FB-6118-4AEF-AD05-5A221F1FEDA6}" type="presParOf" srcId="{98B3B7AD-F204-44C2-B364-3273047DCEB2}" destId="{327AF4DA-081E-4264-B2E7-E77E8EC5848F}" srcOrd="3" destOrd="0" presId="urn:microsoft.com/office/officeart/2005/8/layout/vList2"/>
    <dgm:cxn modelId="{B7AF9208-927F-43CB-AB6D-1DF07A18B887}" type="presParOf" srcId="{98B3B7AD-F204-44C2-B364-3273047DCEB2}" destId="{69CF0C8F-3610-4269-8FDD-AE8B0885CD9F}" srcOrd="4" destOrd="0" presId="urn:microsoft.com/office/officeart/2005/8/layout/vList2"/>
    <dgm:cxn modelId="{312B69CD-61FE-4F38-8703-B85C9E60628F}" type="presParOf" srcId="{98B3B7AD-F204-44C2-B364-3273047DCEB2}" destId="{354E2F2B-8367-4690-ABD0-C65F43046E14}" srcOrd="5" destOrd="0" presId="urn:microsoft.com/office/officeart/2005/8/layout/vList2"/>
    <dgm:cxn modelId="{B8DAD61F-ED28-4890-A831-4FD39FE81B36}" type="presParOf" srcId="{98B3B7AD-F204-44C2-B364-3273047DCEB2}" destId="{40C07204-6971-4E20-B5F2-33DA5EE805B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B29974-706C-44EC-B079-2D28E922AB6E}">
      <dsp:nvSpPr>
        <dsp:cNvPr id="0" name=""/>
        <dsp:cNvSpPr/>
      </dsp:nvSpPr>
      <dsp:spPr>
        <a:xfrm>
          <a:off x="0" y="51679"/>
          <a:ext cx="6790606" cy="71252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Introduction</a:t>
          </a:r>
        </a:p>
      </dsp:txBody>
      <dsp:txXfrm>
        <a:off x="34783" y="86462"/>
        <a:ext cx="6721040" cy="642963"/>
      </dsp:txXfrm>
    </dsp:sp>
    <dsp:sp modelId="{190BB039-E009-4E26-AEE3-9CC1058E52EA}">
      <dsp:nvSpPr>
        <dsp:cNvPr id="0" name=""/>
        <dsp:cNvSpPr/>
      </dsp:nvSpPr>
      <dsp:spPr>
        <a:xfrm>
          <a:off x="0" y="824688"/>
          <a:ext cx="6790606" cy="712529"/>
        </a:xfrm>
        <a:prstGeom prst="roundRect">
          <a:avLst/>
        </a:prstGeom>
        <a:solidFill>
          <a:schemeClr val="accent2">
            <a:hueOff val="-520360"/>
            <a:satOff val="16291"/>
            <a:lumOff val="-503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EDA</a:t>
          </a:r>
        </a:p>
      </dsp:txBody>
      <dsp:txXfrm>
        <a:off x="34783" y="859471"/>
        <a:ext cx="6721040" cy="642963"/>
      </dsp:txXfrm>
    </dsp:sp>
    <dsp:sp modelId="{327AF4DA-081E-4264-B2E7-E77E8EC5848F}">
      <dsp:nvSpPr>
        <dsp:cNvPr id="0" name=""/>
        <dsp:cNvSpPr/>
      </dsp:nvSpPr>
      <dsp:spPr>
        <a:xfrm>
          <a:off x="0" y="1537218"/>
          <a:ext cx="6790606" cy="13041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602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/>
            <a:t>unexpected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/>
            <a:t>Important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/>
            <a:t>Interesting</a:t>
          </a:r>
        </a:p>
      </dsp:txBody>
      <dsp:txXfrm>
        <a:off x="0" y="1537218"/>
        <a:ext cx="6790606" cy="1304100"/>
      </dsp:txXfrm>
    </dsp:sp>
    <dsp:sp modelId="{69CF0C8F-3610-4269-8FDD-AE8B0885CD9F}">
      <dsp:nvSpPr>
        <dsp:cNvPr id="0" name=""/>
        <dsp:cNvSpPr/>
      </dsp:nvSpPr>
      <dsp:spPr>
        <a:xfrm>
          <a:off x="0" y="2841319"/>
          <a:ext cx="6790606" cy="712529"/>
        </a:xfrm>
        <a:prstGeom prst="roundRect">
          <a:avLst/>
        </a:prstGeom>
        <a:solidFill>
          <a:schemeClr val="accent2">
            <a:hueOff val="-1040720"/>
            <a:satOff val="32582"/>
            <a:lumOff val="-100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Splitting</a:t>
          </a:r>
        </a:p>
      </dsp:txBody>
      <dsp:txXfrm>
        <a:off x="34783" y="2876102"/>
        <a:ext cx="6721040" cy="642963"/>
      </dsp:txXfrm>
    </dsp:sp>
    <dsp:sp modelId="{40C07204-6971-4E20-B5F2-33DA5EE805B3}">
      <dsp:nvSpPr>
        <dsp:cNvPr id="0" name=""/>
        <dsp:cNvSpPr/>
      </dsp:nvSpPr>
      <dsp:spPr>
        <a:xfrm>
          <a:off x="0" y="3614329"/>
          <a:ext cx="6790606" cy="712529"/>
        </a:xfrm>
        <a:prstGeom prst="roundRect">
          <a:avLst/>
        </a:prstGeom>
        <a:solidFill>
          <a:schemeClr val="accent2">
            <a:hueOff val="-1561080"/>
            <a:satOff val="48873"/>
            <a:lumOff val="-150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preprocessing</a:t>
          </a:r>
        </a:p>
      </dsp:txBody>
      <dsp:txXfrm>
        <a:off x="34783" y="3649112"/>
        <a:ext cx="6721040" cy="6429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pPr algn="l"/>
            <a:fld id="{0DCFB061-4267-4D9F-8017-6F550D3068DF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214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4ED5C-5A53-433E-8A55-46F54CE81DA5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61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ABC0C-B6DF-45E9-B954-11C99AA62C3E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2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B71B9-2624-4F21-93EE-35A78B1A0DAD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1885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37C2A-BE2E-4840-A907-3254E2916C96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88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170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63A0F-DEF3-4134-98D0-2E1276938A8B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502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fld id="{61A2E4C8-2960-4ADD-862C-4D9643CB15AC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73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fld id="{48BDEA15-09CD-4275-A8E0-385C965F48B0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428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1BC61-5547-4A60-8DA1-6699760D9972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234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fld id="{24B9D1C6-60D0-4CD1-8F31-F912522EB041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3880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4AF8082C-0922-4249-A612-B415F5231620}" type="datetime1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741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40" r:id="rId4"/>
    <p:sldLayoutId id="2147483741" r:id="rId5"/>
    <p:sldLayoutId id="2147483746" r:id="rId6"/>
    <p:sldLayoutId id="2147483742" r:id="rId7"/>
    <p:sldLayoutId id="2147483743" r:id="rId8"/>
    <p:sldLayoutId id="2147483744" r:id="rId9"/>
    <p:sldLayoutId id="2147483745" r:id="rId10"/>
    <p:sldLayoutId id="2147483747" r:id="rId11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25BC23-E0DD-4037-B2B8-7B6FA64543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9EE120-2D35-4A48-BAAE-238F986A13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426072" cy="18040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lose-up of a network&#10;&#10;AI-generated content may be incorrect.">
            <a:extLst>
              <a:ext uri="{FF2B5EF4-FFF2-40B4-BE49-F238E27FC236}">
                <a16:creationId xmlns:a16="http://schemas.microsoft.com/office/drawing/2014/main" id="{B5C92438-2C5D-23BE-E2DF-3E8C40AFEE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09" r="-1" b="-1"/>
          <a:stretch>
            <a:fillRect/>
          </a:stretch>
        </p:blipFill>
        <p:spPr>
          <a:xfrm>
            <a:off x="20" y="1804072"/>
            <a:ext cx="4458058" cy="434980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52F9EAC-0C70-441C-AC78-65174C2857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426076" y="1740090"/>
            <a:ext cx="7765922" cy="44275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946F15-05BB-DAC8-224A-4E331CD4BD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90025" y="1590260"/>
            <a:ext cx="6666980" cy="2658269"/>
          </a:xfrm>
        </p:spPr>
        <p:txBody>
          <a:bodyPr anchor="b">
            <a:normAutofit/>
          </a:bodyPr>
          <a:lstStyle/>
          <a:p>
            <a:r>
              <a:rPr lang="en-US" sz="5600" dirty="0"/>
              <a:t>Walmart Sales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17FBA2-75C2-B542-4569-6D72A4543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3704" y="4276207"/>
            <a:ext cx="8536587" cy="1776393"/>
          </a:xfrm>
        </p:spPr>
        <p:txBody>
          <a:bodyPr anchor="t">
            <a:normAutofit fontScale="70000" lnSpcReduction="20000"/>
          </a:bodyPr>
          <a:lstStyle/>
          <a:p>
            <a:pPr algn="ctr"/>
            <a:r>
              <a:rPr lang="en-US" sz="2200" dirty="0"/>
              <a:t>Franck Ivan Ouambo Simo</a:t>
            </a:r>
          </a:p>
          <a:p>
            <a:pPr algn="ctr"/>
            <a:r>
              <a:rPr lang="en-US" sz="2200" dirty="0"/>
              <a:t>Data Science Institute</a:t>
            </a:r>
          </a:p>
          <a:p>
            <a:pPr algn="ctr"/>
            <a:r>
              <a:rPr lang="en-US" sz="2200" dirty="0"/>
              <a:t>10/24/2025</a:t>
            </a:r>
          </a:p>
          <a:p>
            <a:pPr algn="ctr"/>
            <a:r>
              <a:rPr lang="en-US" sz="2200"/>
              <a:t>GitHub: </a:t>
            </a:r>
            <a:endParaRPr lang="en-US" sz="2200" dirty="0"/>
          </a:p>
          <a:p>
            <a:pPr algn="ctr"/>
            <a:endParaRPr lang="en-US" sz="2200" dirty="0"/>
          </a:p>
          <a:p>
            <a:pPr algn="ctr"/>
            <a:endParaRPr lang="en-US" sz="2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48F6B8-EF56-4340-982E-F4D6F5DC2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175380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596C40-FEA6-4867-853D-CF37DE3B6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049" y="6167615"/>
            <a:ext cx="12192001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C7C5E2-274E-49A3-A8E0-46A5B8CAC3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CF8D2C-9E01-48EC-8DDF-8A1FF60AE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4070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98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63234-E0BA-4476-B051-D8D9FA506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470646"/>
            <a:ext cx="4062884" cy="572135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9B3D53-E302-7304-5E6E-BA0F0E0C21CA}"/>
              </a:ext>
            </a:extLst>
          </p:cNvPr>
          <p:cNvSpPr txBox="1"/>
          <p:nvPr/>
        </p:nvSpPr>
        <p:spPr>
          <a:xfrm>
            <a:off x="645459" y="1200863"/>
            <a:ext cx="3119717" cy="430600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Agenda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32FF329-3A87-4F66-BA01-91CD63C81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6572"/>
            <a:ext cx="4056987" cy="51328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20996" y="534650"/>
            <a:ext cx="8071002" cy="568327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FA286C7-EFC7-4DFE-967A-7E37BA0F3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192001"/>
            <a:ext cx="1219200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C9F0E8-EF8B-43C1-9C77-E9DDAF1A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59990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9DC473-98F8-45DF-B136-EC0F0F4C6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70645"/>
            <a:ext cx="1219200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graphicFrame>
        <p:nvGraphicFramePr>
          <p:cNvPr id="22" name="TextBox 2">
            <a:extLst>
              <a:ext uri="{FF2B5EF4-FFF2-40B4-BE49-F238E27FC236}">
                <a16:creationId xmlns:a16="http://schemas.microsoft.com/office/drawing/2014/main" id="{26155EB0-0CD8-202D-AF6E-2356EF16F2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1908985"/>
              </p:ext>
            </p:extLst>
          </p:nvPr>
        </p:nvGraphicFramePr>
        <p:xfrm>
          <a:off x="4757929" y="1164597"/>
          <a:ext cx="6790606" cy="4378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2268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7B7B78-077E-17D5-ED01-8406451C3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519038-73D9-E51E-5082-A98B29DEE2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B62374-CFFE-AC21-AAC8-182CFCF62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717D446-2D1A-0B2C-0521-11387BFE0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D02A07-DE3F-F46C-95C2-B2D518FC7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66AD42-9DF7-E22D-13A2-6A8BD23BA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C8C54E-0480-18E1-78B6-4BCD6B154E09}"/>
              </a:ext>
            </a:extLst>
          </p:cNvPr>
          <p:cNvSpPr txBox="1"/>
          <p:nvPr/>
        </p:nvSpPr>
        <p:spPr>
          <a:xfrm>
            <a:off x="1535371" y="1044054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0483C-266D-6FF8-528E-CB0739880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2570E9-30BA-E62F-D7B7-5674D4A8A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20555-1953-1E3E-A9E9-0E63C25FB227}"/>
              </a:ext>
            </a:extLst>
          </p:cNvPr>
          <p:cNvSpPr txBox="1"/>
          <p:nvPr/>
        </p:nvSpPr>
        <p:spPr>
          <a:xfrm>
            <a:off x="1647597" y="2387788"/>
            <a:ext cx="9935571" cy="342615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 fontScale="25000" lnSpcReduction="20000"/>
          </a:bodyPr>
          <a:lstStyle/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b="1" u="sng" dirty="0"/>
              <a:t>Source: 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dirty="0"/>
              <a:t>M5 Competition Dataset on Kaggle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6400" dirty="0"/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b="1" u="sng" dirty="0"/>
              <a:t>Goal: 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dirty="0"/>
              <a:t>Predict a Walmart product’s Sales at specific dates in Future(Regression Problem)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6400" dirty="0"/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b="1" u="sng" dirty="0"/>
              <a:t>Relevance: 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dirty="0"/>
              <a:t> - Inventory replenishment Savings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dirty="0"/>
              <a:t> - Warehouse Space Allocation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dirty="0"/>
              <a:t> - Quantifying downward sales trends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6400" dirty="0"/>
              <a:t> - Predicting Scaling needs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11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11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1651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F4F4C-0E27-9C73-FFC6-F293AC41E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D7B853-4105-A993-68AE-15A673BE34E0}"/>
              </a:ext>
            </a:extLst>
          </p:cNvPr>
          <p:cNvSpPr txBox="1"/>
          <p:nvPr/>
        </p:nvSpPr>
        <p:spPr>
          <a:xfrm>
            <a:off x="1535371" y="1044054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1A9432B-BE7A-0610-E3E8-8A69D0BE5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2999517"/>
              </p:ext>
            </p:extLst>
          </p:nvPr>
        </p:nvGraphicFramePr>
        <p:xfrm>
          <a:off x="1395752" y="3130284"/>
          <a:ext cx="1029294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7399">
                  <a:extLst>
                    <a:ext uri="{9D8B030D-6E8A-4147-A177-3AD203B41FA5}">
                      <a16:colId xmlns:a16="http://schemas.microsoft.com/office/drawing/2014/main" val="3197892990"/>
                    </a:ext>
                  </a:extLst>
                </a:gridCol>
                <a:gridCol w="6485547">
                  <a:extLst>
                    <a:ext uri="{9D8B030D-6E8A-4147-A177-3AD203B41FA5}">
                      <a16:colId xmlns:a16="http://schemas.microsoft.com/office/drawing/2014/main" val="36354516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Data( 5.4 years)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09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store, state, event, event type, Snap payment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25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Continuous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Price, sales quantity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418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date, weekday, month, 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7151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1034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06C1D-1376-CA82-C4F5-8145E0B4F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1E25E6-4596-595E-F926-C68AEB9DF388}"/>
              </a:ext>
            </a:extLst>
          </p:cNvPr>
          <p:cNvSpPr txBox="1"/>
          <p:nvPr/>
        </p:nvSpPr>
        <p:spPr>
          <a:xfrm>
            <a:off x="1535371" y="1044054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791C97-E345-CDF0-CADB-5489291DDD35}"/>
              </a:ext>
            </a:extLst>
          </p:cNvPr>
          <p:cNvSpPr txBox="1"/>
          <p:nvPr/>
        </p:nvSpPr>
        <p:spPr>
          <a:xfrm>
            <a:off x="1647597" y="2387788"/>
            <a:ext cx="9935571" cy="342615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1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2000" b="1" dirty="0"/>
              <a:t>Data Collection: </a:t>
            </a:r>
          </a:p>
          <a:p>
            <a:pPr marL="342900" indent="-342900">
              <a:lnSpc>
                <a:spcPct val="11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Real Sales Data From Walmart with product aliases</a:t>
            </a:r>
          </a:p>
          <a:p>
            <a:pPr>
              <a:lnSpc>
                <a:spcPct val="11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2000" dirty="0"/>
          </a:p>
          <a:p>
            <a:pPr>
              <a:lnSpc>
                <a:spcPct val="11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2000" b="1" dirty="0"/>
              <a:t>Difficulties:</a:t>
            </a:r>
          </a:p>
          <a:p>
            <a:pPr marL="342900" indent="-342900">
              <a:lnSpc>
                <a:spcPct val="11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Non-iid (Time Series)</a:t>
            </a:r>
          </a:p>
          <a:p>
            <a:pPr marL="342900" indent="-342900">
              <a:lnSpc>
                <a:spcPct val="11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Missing Values</a:t>
            </a:r>
          </a:p>
          <a:p>
            <a:pPr>
              <a:lnSpc>
                <a:spcPct val="11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2000" dirty="0"/>
              <a:t> </a:t>
            </a:r>
            <a:endParaRPr lang="en-US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85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EB637A-D162-FF00-2902-EE3114FC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3F3D31-A7EC-B48E-7170-44F6F6645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28A3B9-E732-A578-F644-81D1A6903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6D9687A-EFE0-B1C2-EE35-F65410FB1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1A818B-BA72-0F76-3F56-761136E2C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08298F-A8F6-10A6-47BB-1877CA9E2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15A7B7-1B48-C918-B096-0DE7A03E49E6}"/>
              </a:ext>
            </a:extLst>
          </p:cNvPr>
          <p:cNvSpPr txBox="1"/>
          <p:nvPr/>
        </p:nvSpPr>
        <p:spPr>
          <a:xfrm>
            <a:off x="1535370" y="1148215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EDA- Unexpected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9D93C49-FE2C-523A-DCC5-C173AD195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99EFAD-4C5B-39D0-6706-3ABDD3DCE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B002D7-1303-4B5C-88FD-F08233A461A5}"/>
              </a:ext>
            </a:extLst>
          </p:cNvPr>
          <p:cNvSpPr txBox="1"/>
          <p:nvPr/>
        </p:nvSpPr>
        <p:spPr>
          <a:xfrm>
            <a:off x="1208199" y="2519865"/>
            <a:ext cx="31509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-TX and WI have similar monthly sales</a:t>
            </a:r>
          </a:p>
          <a:p>
            <a:endParaRPr lang="en-US" dirty="0"/>
          </a:p>
          <a:p>
            <a:r>
              <a:rPr lang="en-US" dirty="0"/>
              <a:t>-Highest sales around </a:t>
            </a:r>
          </a:p>
          <a:p>
            <a:r>
              <a:rPr lang="en-US" dirty="0"/>
              <a:t>February</a:t>
            </a:r>
          </a:p>
          <a:p>
            <a:endParaRPr lang="en-US" dirty="0"/>
          </a:p>
          <a:p>
            <a:r>
              <a:rPr lang="en-US" dirty="0"/>
              <a:t>-CA has the highest sales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0AFE18-981A-1066-A87F-6A5ED633B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557" y="2519865"/>
            <a:ext cx="7622475" cy="3568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48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73FCAD-70DD-F02F-A015-E4D78C3DC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98C7955-4346-CEE2-FC92-973D89E3B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074CCB-B48E-E9E0-4A5D-1EFA25396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4CF8D8-5C5C-4ADC-AE46-59B206090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8AA7C7-A9CD-95DF-5FBD-A1CF0F701F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9580EA-08A9-38C7-C327-F2139A0A4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AE482A-6DC3-B726-F5D0-C1A3FA94101F}"/>
              </a:ext>
            </a:extLst>
          </p:cNvPr>
          <p:cNvSpPr txBox="1"/>
          <p:nvPr/>
        </p:nvSpPr>
        <p:spPr>
          <a:xfrm>
            <a:off x="1535370" y="1148215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EDA- Important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8619A6-3261-9AD9-8689-40FACC17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68DC1F-84F8-27DE-BE90-C505305D2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ADE756-5518-EABF-B62B-28EE25AF2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678" y="2297496"/>
            <a:ext cx="5665747" cy="43932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D86A69-3717-611A-53C1-05A8636D0F83}"/>
              </a:ext>
            </a:extLst>
          </p:cNvPr>
          <p:cNvSpPr txBox="1"/>
          <p:nvPr/>
        </p:nvSpPr>
        <p:spPr>
          <a:xfrm>
            <a:off x="1624519" y="2660515"/>
            <a:ext cx="50972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-Higher possible sales on normal days</a:t>
            </a:r>
          </a:p>
          <a:p>
            <a:endParaRPr lang="en-US" dirty="0"/>
          </a:p>
          <a:p>
            <a:r>
              <a:rPr lang="en-US" dirty="0"/>
              <a:t>-Events increase small quantity sales	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#1 Sporting events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461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0693E2-E9A2-6938-F7B6-01589C6B4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8D43C75-50B4-8A7C-0541-0C8FC78718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10F8C8-AA4E-10D4-510E-52B54E2C5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7D45B06-D89A-E052-B218-D2583F940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D59F3E-4EFF-A845-83AE-5E56446B1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B6555F-9C0C-8D91-3DBA-63773F999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9995D4-556F-8FBC-9B01-49824BF21CFA}"/>
              </a:ext>
            </a:extLst>
          </p:cNvPr>
          <p:cNvSpPr txBox="1"/>
          <p:nvPr/>
        </p:nvSpPr>
        <p:spPr>
          <a:xfrm>
            <a:off x="1535370" y="1148215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EDA- Interesting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91330A-524D-4B5D-1C46-5999D6EE9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B91101-D864-CB7D-299E-76EBD45E7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E4B932-E709-732D-C589-9FE1C8940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63" y="2355011"/>
            <a:ext cx="10963830" cy="21142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14D33B-8C9D-E432-6699-106C26154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170" y="4528156"/>
            <a:ext cx="10899823" cy="21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92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1DA94-9B20-0807-3D54-C9B36EA9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3FEC850-D70F-4F53-AFB0-352FEA945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866789"/>
            <a:ext cx="6795928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24ABBB-5E51-3594-3D21-DF6512924F47}"/>
              </a:ext>
            </a:extLst>
          </p:cNvPr>
          <p:cNvSpPr txBox="1"/>
          <p:nvPr/>
        </p:nvSpPr>
        <p:spPr>
          <a:xfrm>
            <a:off x="1434622" y="1113327"/>
            <a:ext cx="4862811" cy="201948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EDA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928BEC-981A-4B8F-98FA-839975C5F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63" y="930797"/>
            <a:ext cx="1070775" cy="2466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5114E9F-2A15-431C-9EF8-E5F1FFEE1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8B9C70-F708-443B-82A0-80E311A00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48457"/>
            <a:ext cx="679399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graph with blue lines and red lines&#10;&#10;AI-generated content may be incorrect.">
            <a:extLst>
              <a:ext uri="{FF2B5EF4-FFF2-40B4-BE49-F238E27FC236}">
                <a16:creationId xmlns:a16="http://schemas.microsoft.com/office/drawing/2014/main" id="{B2E23010-6DDC-70F9-7464-83371DB957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206" r="31380"/>
          <a:stretch>
            <a:fillRect/>
          </a:stretch>
        </p:blipFill>
        <p:spPr>
          <a:xfrm>
            <a:off x="1067712" y="3435496"/>
            <a:ext cx="5790310" cy="3422504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32BA9D6C-8214-4E25-AF8B-48762AD8D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D7B94B2-D9B6-4EAC-8CD9-3961D1784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CFCAF-6996-8BF9-EB5C-F74D01017CF0}"/>
              </a:ext>
            </a:extLst>
          </p:cNvPr>
          <p:cNvSpPr txBox="1"/>
          <p:nvPr/>
        </p:nvSpPr>
        <p:spPr>
          <a:xfrm>
            <a:off x="7386762" y="3928342"/>
            <a:ext cx="4162319" cy="2285000"/>
          </a:xfrm>
          <a:prstGeom prst="rect">
            <a:avLst/>
          </a:prstGeom>
        </p:spPr>
        <p:txBody>
          <a:bodyPr vert="horz" lIns="109728" tIns="109728" rIns="109728" bIns="91440" rtlCol="0" anchor="t">
            <a:no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dirty="0">
                <a:sym typeface="Wingdings" panose="05000000000000000000" pitchFamily="2" charset="2"/>
              </a:rPr>
              <a:t>Why it’s interesting?</a:t>
            </a:r>
          </a:p>
          <a:p>
            <a:pPr marL="0" lvl="1"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Short-term seasonality</a:t>
            </a:r>
          </a:p>
          <a:p>
            <a:pPr marL="0" lvl="1"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Long-term seasonality</a:t>
            </a:r>
          </a:p>
          <a:p>
            <a:pPr marL="0" lvl="1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Decreasing Autocorrelation</a:t>
            </a:r>
          </a:p>
          <a:p>
            <a:pPr marL="0" lvl="1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A lot of Noise</a:t>
            </a: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6FE760-E70F-4EB9-BCB1-D7795F04B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BD2FC7-FE2E-60B5-CF92-FCCA75C067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9" t="7996" r="56086" b="6485"/>
          <a:stretch>
            <a:fillRect/>
          </a:stretch>
        </p:blipFill>
        <p:spPr>
          <a:xfrm>
            <a:off x="6858022" y="0"/>
            <a:ext cx="5262856" cy="339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950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59DC0A-F061-A973-1ED6-0A091CA0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4524A1F-66F2-C319-69D9-D275D054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C6A896-EE4B-11B7-06B8-54541B9F56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BC8C790-3D80-C8A8-4F91-D713A58A5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B4F4F52-ABA2-AC49-16A1-F83625DF0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875439-DB2C-70CA-F845-89F401BF3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5923E2-4E76-2066-338A-BE464450FA7C}"/>
              </a:ext>
            </a:extLst>
          </p:cNvPr>
          <p:cNvSpPr txBox="1"/>
          <p:nvPr/>
        </p:nvSpPr>
        <p:spPr>
          <a:xfrm>
            <a:off x="1535370" y="1148215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EDA( mention quickly)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6C39FF-AF65-56C0-DAA4-3A1C52EB6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9F568D-E1A0-622D-F28F-FE71A84588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31B4E1-E50D-D878-A6F5-52588D7A6A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061" y="2495931"/>
            <a:ext cx="5460644" cy="3998835"/>
          </a:xfrm>
          <a:prstGeom prst="rect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33526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741A0-441D-A1A9-D5F4-70EE0C3A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D4B2DCB-D76B-8E47-15F2-9B4BD790D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47D30C-D213-4916-3125-0DFC5443E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D708252-AE4F-2FA6-9A3A-EA1C34387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A4EFEC-BB2B-0092-46D3-207B60E38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0EE7DC-81E3-A463-550A-F591D22B1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7E75ED-17F0-6194-B35A-E08D670E2477}"/>
              </a:ext>
            </a:extLst>
          </p:cNvPr>
          <p:cNvSpPr txBox="1"/>
          <p:nvPr/>
        </p:nvSpPr>
        <p:spPr>
          <a:xfrm>
            <a:off x="1535370" y="1148215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Splitting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B3D8488-8E4A-B5DD-DC55-89A0A4A2C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1C05AD-C8B4-2028-2ED2-EB6E1E13B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DDD66-CDB6-00ED-3489-584BC313349D}"/>
              </a:ext>
            </a:extLst>
          </p:cNvPr>
          <p:cNvSpPr txBox="1"/>
          <p:nvPr/>
        </p:nvSpPr>
        <p:spPr>
          <a:xfrm>
            <a:off x="2033764" y="2672310"/>
            <a:ext cx="9851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Issues:</a:t>
            </a:r>
          </a:p>
          <a:p>
            <a:r>
              <a:rPr lang="en-US" dirty="0"/>
              <a:t>-Group Structure</a:t>
            </a:r>
          </a:p>
          <a:p>
            <a:r>
              <a:rPr lang="en-US" dirty="0"/>
              <a:t>-Imbalance in Event column</a:t>
            </a:r>
          </a:p>
          <a:p>
            <a:r>
              <a:rPr lang="en-US" dirty="0"/>
              <a:t>-Time Series data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972204-5010-3DE9-CBC0-9E0463C36222}"/>
              </a:ext>
            </a:extLst>
          </p:cNvPr>
          <p:cNvSpPr txBox="1"/>
          <p:nvPr/>
        </p:nvSpPr>
        <p:spPr>
          <a:xfrm>
            <a:off x="2077539" y="4021869"/>
            <a:ext cx="985124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Solutions:</a:t>
            </a:r>
          </a:p>
          <a:p>
            <a:endParaRPr lang="en-US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train_test_split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every store has the same day range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percentage only needed to be a whole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B1AC4C-CB81-A7BA-28B4-30079B5690A9}"/>
              </a:ext>
            </a:extLst>
          </p:cNvPr>
          <p:cNvSpPr/>
          <p:nvPr/>
        </p:nvSpPr>
        <p:spPr>
          <a:xfrm>
            <a:off x="2563238" y="5792821"/>
            <a:ext cx="7551223" cy="549613"/>
          </a:xfrm>
          <a:prstGeom prst="rect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9052C9D-8CA7-F1C3-A6A0-C4A7EFB0C013}"/>
              </a:ext>
            </a:extLst>
          </p:cNvPr>
          <p:cNvCxnSpPr>
            <a:cxnSpLocks/>
          </p:cNvCxnSpPr>
          <p:nvPr/>
        </p:nvCxnSpPr>
        <p:spPr>
          <a:xfrm flipV="1">
            <a:off x="6338849" y="5792821"/>
            <a:ext cx="0" cy="5496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49E7D01-2F39-0FC4-8B09-956A907C6E16}"/>
              </a:ext>
            </a:extLst>
          </p:cNvPr>
          <p:cNvCxnSpPr>
            <a:cxnSpLocks/>
          </p:cNvCxnSpPr>
          <p:nvPr/>
        </p:nvCxnSpPr>
        <p:spPr>
          <a:xfrm flipV="1">
            <a:off x="4424121" y="5792820"/>
            <a:ext cx="0" cy="5496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F280486-834F-C1F3-1ACE-362ACEA7F66C}"/>
              </a:ext>
            </a:extLst>
          </p:cNvPr>
          <p:cNvCxnSpPr>
            <a:cxnSpLocks/>
          </p:cNvCxnSpPr>
          <p:nvPr/>
        </p:nvCxnSpPr>
        <p:spPr>
          <a:xfrm flipV="1">
            <a:off x="8190347" y="5792819"/>
            <a:ext cx="0" cy="5496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E9E71FD-74C0-C336-C7D1-BF5A5ABDF1D2}"/>
              </a:ext>
            </a:extLst>
          </p:cNvPr>
          <p:cNvSpPr txBox="1"/>
          <p:nvPr/>
        </p:nvSpPr>
        <p:spPr>
          <a:xfrm>
            <a:off x="3158248" y="5895576"/>
            <a:ext cx="1045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EAE061-377C-4FE9-6143-65F952518F8B}"/>
              </a:ext>
            </a:extLst>
          </p:cNvPr>
          <p:cNvSpPr txBox="1"/>
          <p:nvPr/>
        </p:nvSpPr>
        <p:spPr>
          <a:xfrm>
            <a:off x="5009745" y="5889706"/>
            <a:ext cx="843407" cy="3810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TX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789A0C-673A-EDE2-4BD6-E8C24B0158BE}"/>
              </a:ext>
            </a:extLst>
          </p:cNvPr>
          <p:cNvSpPr txBox="1"/>
          <p:nvPr/>
        </p:nvSpPr>
        <p:spPr>
          <a:xfrm>
            <a:off x="6847564" y="5895577"/>
            <a:ext cx="834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TX 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67B42A-D157-20A3-F1C6-79AF348A11FA}"/>
              </a:ext>
            </a:extLst>
          </p:cNvPr>
          <p:cNvSpPr txBox="1"/>
          <p:nvPr/>
        </p:nvSpPr>
        <p:spPr>
          <a:xfrm>
            <a:off x="8876488" y="5895576"/>
            <a:ext cx="865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 1</a:t>
            </a:r>
          </a:p>
        </p:txBody>
      </p:sp>
    </p:spTree>
    <p:extLst>
      <p:ext uri="{BB962C8B-B14F-4D97-AF65-F5344CB8AC3E}">
        <p14:creationId xmlns:p14="http://schemas.microsoft.com/office/powerpoint/2010/main" val="3364659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3E2044-ED27-0FBD-426D-BD4AFDED8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C21E520-55D3-BDD5-144E-0F0E503BE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C82DE5-BE0A-5776-D9C8-9AF697220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62F6BFA-7A81-2621-F77D-D8484B890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EF2EDE-F1ED-9800-4F5E-9C75425B62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A42958-8B85-B00F-8308-3835F464B0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69AD9-45B1-8DC7-C0B2-A52FEC1D20EC}"/>
              </a:ext>
            </a:extLst>
          </p:cNvPr>
          <p:cNvSpPr txBox="1"/>
          <p:nvPr/>
        </p:nvSpPr>
        <p:spPr>
          <a:xfrm>
            <a:off x="1535370" y="1148215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Preprocessing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4733DB-D2BF-1CC8-8B5F-0A92EBAF6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FBB3BD-9A34-E78A-A3FC-D80464642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BB381-0226-9F19-419D-56F4242D4834}"/>
              </a:ext>
            </a:extLst>
          </p:cNvPr>
          <p:cNvSpPr txBox="1"/>
          <p:nvPr/>
        </p:nvSpPr>
        <p:spPr>
          <a:xfrm>
            <a:off x="2124412" y="2379682"/>
            <a:ext cx="9851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Preprocessors:</a:t>
            </a:r>
          </a:p>
          <a:p>
            <a:r>
              <a:rPr lang="en-US" dirty="0"/>
              <a:t>-Custom Cyclical Encoder </a:t>
            </a:r>
          </a:p>
          <a:p>
            <a:r>
              <a:rPr lang="en-US" dirty="0"/>
              <a:t>-OneHot Encoder</a:t>
            </a:r>
          </a:p>
          <a:p>
            <a:r>
              <a:rPr lang="en-US" dirty="0"/>
              <a:t>-Standard Scaler</a:t>
            </a:r>
          </a:p>
          <a:p>
            <a:endParaRPr lang="en-US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F67D3AD-076A-6C65-4D62-3C446C3C0D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9256425"/>
              </p:ext>
            </p:extLst>
          </p:nvPr>
        </p:nvGraphicFramePr>
        <p:xfrm>
          <a:off x="2077538" y="3857010"/>
          <a:ext cx="5568402" cy="1179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2110">
                  <a:extLst>
                    <a:ext uri="{9D8B030D-6E8A-4147-A177-3AD203B41FA5}">
                      <a16:colId xmlns:a16="http://schemas.microsoft.com/office/drawing/2014/main" val="4197557267"/>
                    </a:ext>
                  </a:extLst>
                </a:gridCol>
                <a:gridCol w="1222828">
                  <a:extLst>
                    <a:ext uri="{9D8B030D-6E8A-4147-A177-3AD203B41FA5}">
                      <a16:colId xmlns:a16="http://schemas.microsoft.com/office/drawing/2014/main" val="4067804880"/>
                    </a:ext>
                  </a:extLst>
                </a:gridCol>
                <a:gridCol w="1093464">
                  <a:extLst>
                    <a:ext uri="{9D8B030D-6E8A-4147-A177-3AD203B41FA5}">
                      <a16:colId xmlns:a16="http://schemas.microsoft.com/office/drawing/2014/main" val="479558476"/>
                    </a:ext>
                  </a:extLst>
                </a:gridCol>
              </a:tblGrid>
              <a:tr h="33351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After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9935330"/>
                  </a:ext>
                </a:extLst>
              </a:tr>
              <a:tr h="447485">
                <a:tc>
                  <a:txBody>
                    <a:bodyPr/>
                    <a:lstStyle/>
                    <a:p>
                      <a:r>
                        <a:rPr lang="en-US" dirty="0"/>
                        <a:t>Number of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730921"/>
                  </a:ext>
                </a:extLst>
              </a:tr>
              <a:tr h="338149">
                <a:tc>
                  <a:txBody>
                    <a:bodyPr/>
                    <a:lstStyle/>
                    <a:p>
                      <a:r>
                        <a:rPr lang="en-US" dirty="0"/>
                        <a:t>Number of Data 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19410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04329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C4E3341-E817-EE97-F1CD-E780F86F3A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169429"/>
              </p:ext>
            </p:extLst>
          </p:nvPr>
        </p:nvGraphicFramePr>
        <p:xfrm>
          <a:off x="2077538" y="5386703"/>
          <a:ext cx="8128000" cy="78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9999257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69689936"/>
                    </a:ext>
                  </a:extLst>
                </a:gridCol>
              </a:tblGrid>
              <a:tr h="392574">
                <a:tc>
                  <a:txBody>
                    <a:bodyPr/>
                    <a:lstStyle/>
                    <a:p>
                      <a:r>
                        <a:rPr lang="en-US" dirty="0"/>
                        <a:t>Points with missing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99.8% (price= 0.1%)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835594"/>
                  </a:ext>
                </a:extLst>
              </a:tr>
              <a:tr h="392574">
                <a:tc>
                  <a:txBody>
                    <a:bodyPr/>
                    <a:lstStyle/>
                    <a:p>
                      <a:r>
                        <a:rPr lang="en-US" dirty="0"/>
                        <a:t>Features with missing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Price, event_name, event_type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983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217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2FF329-3A87-4F66-BA01-91CD63C81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4420926" cy="68381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Hourglass and a calendar">
            <a:extLst>
              <a:ext uri="{FF2B5EF4-FFF2-40B4-BE49-F238E27FC236}">
                <a16:creationId xmlns:a16="http://schemas.microsoft.com/office/drawing/2014/main" id="{B0F58845-E1AE-F2A5-4ABA-218D2AB96D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80" r="1" b="1"/>
          <a:stretch>
            <a:fillRect/>
          </a:stretch>
        </p:blipFill>
        <p:spPr>
          <a:xfrm>
            <a:off x="20" y="719747"/>
            <a:ext cx="4458058" cy="5389675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146359"/>
            <a:ext cx="4426072" cy="71164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426076" y="748578"/>
            <a:ext cx="7765922" cy="541903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8774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D69FB6-6E81-DF5F-7BF3-5E2A25E4A8A3}"/>
              </a:ext>
            </a:extLst>
          </p:cNvPr>
          <p:cNvSpPr txBox="1"/>
          <p:nvPr/>
        </p:nvSpPr>
        <p:spPr>
          <a:xfrm>
            <a:off x="4921857" y="2268656"/>
            <a:ext cx="6627226" cy="350593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 be Continued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-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Modeling and making predictions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94069" y="6167615"/>
            <a:ext cx="7794882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4070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889358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289</Words>
  <Application>Microsoft Office PowerPoint</Application>
  <PresentationFormat>Widescreen</PresentationFormat>
  <Paragraphs>98</Paragraphs>
  <Slides>13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Meiryo</vt:lpstr>
      <vt:lpstr>Arial</vt:lpstr>
      <vt:lpstr>Corbel</vt:lpstr>
      <vt:lpstr>Wingdings</vt:lpstr>
      <vt:lpstr>ShojiVTI</vt:lpstr>
      <vt:lpstr>Walmart Sales Prediction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Franck Ivan Ouambo Simo</dc:creator>
  <cp:lastModifiedBy>Franck Ivan Ouambo Simo</cp:lastModifiedBy>
  <cp:revision>1</cp:revision>
  <dcterms:created xsi:type="dcterms:W3CDTF">2025-10-17T03:46:38Z</dcterms:created>
  <dcterms:modified xsi:type="dcterms:W3CDTF">2025-10-24T14:06:07Z</dcterms:modified>
</cp:coreProperties>
</file>