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9" r:id="rId3"/>
    <p:sldId id="273" r:id="rId4"/>
    <p:sldId id="266" r:id="rId5"/>
    <p:sldId id="267" r:id="rId6"/>
    <p:sldId id="274" r:id="rId7"/>
    <p:sldId id="268" r:id="rId8"/>
    <p:sldId id="276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6DEB1-61D1-4A1E-8A3A-2F2EDE4B2945}" v="75" dt="2025-12-12T19:26:21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0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Ivan Ouambo Simo" userId="e4f2ee211b0e6b06" providerId="LiveId" clId="{964BB0D7-512C-467E-B236-59BED8270634}"/>
    <pc:docChg chg="undo custSel addSld delSld modSld sldOrd">
      <pc:chgData name="Franck Ivan Ouambo Simo" userId="e4f2ee211b0e6b06" providerId="LiveId" clId="{964BB0D7-512C-467E-B236-59BED8270634}" dt="2025-12-12T19:38:13.695" v="7857" actId="1076"/>
      <pc:docMkLst>
        <pc:docMk/>
      </pc:docMkLst>
      <pc:sldChg chg="modSp mod">
        <pc:chgData name="Franck Ivan Ouambo Simo" userId="e4f2ee211b0e6b06" providerId="LiveId" clId="{964BB0D7-512C-467E-B236-59BED8270634}" dt="2025-12-12T01:24:29.383" v="5269" actId="20577"/>
        <pc:sldMkLst>
          <pc:docMk/>
          <pc:sldMk cId="4129898210" sldId="256"/>
        </pc:sldMkLst>
        <pc:spChg chg="mod">
          <ac:chgData name="Franck Ivan Ouambo Simo" userId="e4f2ee211b0e6b06" providerId="LiveId" clId="{964BB0D7-512C-467E-B236-59BED8270634}" dt="2025-12-12T01:24:29.383" v="5269" actId="20577"/>
          <ac:spMkLst>
            <pc:docMk/>
            <pc:sldMk cId="4129898210" sldId="256"/>
            <ac:spMk id="3" creationId="{2A17FBA2-75C2-B542-4569-6D72A45434AE}"/>
          </ac:spMkLst>
        </pc:spChg>
      </pc:sldChg>
      <pc:sldChg chg="modSp mod">
        <pc:chgData name="Franck Ivan Ouambo Simo" userId="e4f2ee211b0e6b06" providerId="LiveId" clId="{964BB0D7-512C-467E-B236-59BED8270634}" dt="2025-12-12T01:42:28.352" v="5968" actId="20577"/>
        <pc:sldMkLst>
          <pc:docMk/>
          <pc:sldMk cId="562268125" sldId="259"/>
        </pc:sldMkLst>
        <pc:graphicFrameChg chg="mod modGraphic">
          <ac:chgData name="Franck Ivan Ouambo Simo" userId="e4f2ee211b0e6b06" providerId="LiveId" clId="{964BB0D7-512C-467E-B236-59BED8270634}" dt="2025-12-12T01:42:28.352" v="5968" actId="20577"/>
          <ac:graphicFrameMkLst>
            <pc:docMk/>
            <pc:sldMk cId="562268125" sldId="259"/>
            <ac:graphicFrameMk id="22" creationId="{26155EB0-0CD8-202D-AF6E-2356EF16F2CF}"/>
          </ac:graphicFrameMkLst>
        </pc:graphicFrameChg>
      </pc:sldChg>
      <pc:sldChg chg="del">
        <pc:chgData name="Franck Ivan Ouambo Simo" userId="e4f2ee211b0e6b06" providerId="LiveId" clId="{964BB0D7-512C-467E-B236-59BED8270634}" dt="2025-12-12T01:43:22.039" v="5971" actId="47"/>
        <pc:sldMkLst>
          <pc:docMk/>
          <pc:sldMk cId="882685110" sldId="261"/>
        </pc:sldMkLst>
      </pc:sldChg>
      <pc:sldChg chg="delSp modSp del mod modShow">
        <pc:chgData name="Franck Ivan Ouambo Simo" userId="e4f2ee211b0e6b06" providerId="LiveId" clId="{964BB0D7-512C-467E-B236-59BED8270634}" dt="2025-12-12T01:44:13.429" v="5993" actId="2696"/>
        <pc:sldMkLst>
          <pc:docMk/>
          <pc:sldMk cId="1771034182" sldId="262"/>
        </pc:sldMkLst>
        <pc:spChg chg="mod">
          <ac:chgData name="Franck Ivan Ouambo Simo" userId="e4f2ee211b0e6b06" providerId="LiveId" clId="{964BB0D7-512C-467E-B236-59BED8270634}" dt="2025-12-12T01:44:05.207" v="5991" actId="20577"/>
          <ac:spMkLst>
            <pc:docMk/>
            <pc:sldMk cId="1771034182" sldId="262"/>
            <ac:spMk id="2" creationId="{FCD7B853-4105-A993-68AE-15A673BE34E0}"/>
          </ac:spMkLst>
        </pc:spChg>
        <pc:graphicFrameChg chg="del">
          <ac:chgData name="Franck Ivan Ouambo Simo" userId="e4f2ee211b0e6b06" providerId="LiveId" clId="{964BB0D7-512C-467E-B236-59BED8270634}" dt="2025-12-12T01:44:08.088" v="5992" actId="478"/>
          <ac:graphicFrameMkLst>
            <pc:docMk/>
            <pc:sldMk cId="1771034182" sldId="262"/>
            <ac:graphicFrameMk id="3" creationId="{71A9432B-BE7A-0610-E3E8-8A69D0BE502D}"/>
          </ac:graphicFrameMkLst>
        </pc:graphicFrameChg>
      </pc:sldChg>
      <pc:sldChg chg="del">
        <pc:chgData name="Franck Ivan Ouambo Simo" userId="e4f2ee211b0e6b06" providerId="LiveId" clId="{964BB0D7-512C-467E-B236-59BED8270634}" dt="2025-12-12T01:44:19.553" v="5994" actId="47"/>
        <pc:sldMkLst>
          <pc:docMk/>
          <pc:sldMk cId="3807092359" sldId="263"/>
        </pc:sldMkLst>
      </pc:sldChg>
      <pc:sldChg chg="del">
        <pc:chgData name="Franck Ivan Ouambo Simo" userId="e4f2ee211b0e6b06" providerId="LiveId" clId="{964BB0D7-512C-467E-B236-59BED8270634}" dt="2025-12-12T01:44:22.276" v="5995" actId="47"/>
        <pc:sldMkLst>
          <pc:docMk/>
          <pc:sldMk cId="1699461189" sldId="264"/>
        </pc:sldMkLst>
      </pc:sldChg>
      <pc:sldChg chg="addSp delSp modSp mod">
        <pc:chgData name="Franck Ivan Ouambo Simo" userId="e4f2ee211b0e6b06" providerId="LiveId" clId="{964BB0D7-512C-467E-B236-59BED8270634}" dt="2025-12-12T19:37:26.077" v="7846" actId="1076"/>
        <pc:sldMkLst>
          <pc:docMk/>
          <pc:sldMk cId="216948205" sldId="266"/>
        </pc:sldMkLst>
        <pc:spChg chg="mod">
          <ac:chgData name="Franck Ivan Ouambo Simo" userId="e4f2ee211b0e6b06" providerId="LiveId" clId="{964BB0D7-512C-467E-B236-59BED8270634}" dt="2025-12-12T02:49:27.810" v="7078" actId="1076"/>
          <ac:spMkLst>
            <pc:docMk/>
            <pc:sldMk cId="216948205" sldId="266"/>
            <ac:spMk id="2" creationId="{C815A7B7-1B48-C918-B096-0DE7A03E49E6}"/>
          </ac:spMkLst>
        </pc:spChg>
        <pc:spChg chg="del">
          <ac:chgData name="Franck Ivan Ouambo Simo" userId="e4f2ee211b0e6b06" providerId="LiveId" clId="{964BB0D7-512C-467E-B236-59BED8270634}" dt="2025-12-12T01:44:32.747" v="6007" actId="478"/>
          <ac:spMkLst>
            <pc:docMk/>
            <pc:sldMk cId="216948205" sldId="266"/>
            <ac:spMk id="4" creationId="{23B002D7-1303-4B5C-88FD-F08233A461A5}"/>
          </ac:spMkLst>
        </pc:spChg>
        <pc:spChg chg="add del mod">
          <ac:chgData name="Franck Ivan Ouambo Simo" userId="e4f2ee211b0e6b06" providerId="LiveId" clId="{964BB0D7-512C-467E-B236-59BED8270634}" dt="2025-12-12T01:46:29.074" v="6025" actId="478"/>
          <ac:spMkLst>
            <pc:docMk/>
            <pc:sldMk cId="216948205" sldId="266"/>
            <ac:spMk id="7" creationId="{127A139C-0777-C1CD-C9C9-D8B40EC02C1F}"/>
          </ac:spMkLst>
        </pc:spChg>
        <pc:spChg chg="add del mod">
          <ac:chgData name="Franck Ivan Ouambo Simo" userId="e4f2ee211b0e6b06" providerId="LiveId" clId="{964BB0D7-512C-467E-B236-59BED8270634}" dt="2025-12-12T19:24:31.736" v="7761" actId="478"/>
          <ac:spMkLst>
            <pc:docMk/>
            <pc:sldMk cId="216948205" sldId="266"/>
            <ac:spMk id="12" creationId="{497231DF-6174-ABCF-387E-68D64A709EF7}"/>
          </ac:spMkLst>
        </pc:spChg>
        <pc:spChg chg="del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13" creationId="{46D9687A-EFE0-B1C2-EE35-F65410FB13C2}"/>
          </ac:spMkLst>
        </pc:spChg>
        <pc:spChg chg="add mo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14" creationId="{9560D366-F1D4-1344-B17B-CC86DBDD9E0B}"/>
          </ac:spMkLst>
        </pc:spChg>
        <pc:spChg chg="del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17" creationId="{C108298F-A8F6-10A6-47BB-1877CA9E2156}"/>
          </ac:spMkLst>
        </pc:spChg>
        <pc:spChg chg="del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19" creationId="{99D93C49-FE2C-523A-DCC5-C173AD195F49}"/>
          </ac:spMkLst>
        </pc:spChg>
        <pc:spChg chg="add del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26" creationId="{1ED69555-EE48-4B19-812B-4E1068DBF976}"/>
          </ac:spMkLst>
        </pc:spChg>
        <pc:spChg chg="add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30" creationId="{6B72EEBA-3A5D-41CE-8465-A45A0F65674E}"/>
          </ac:spMkLst>
        </pc:spChg>
        <pc:spChg chg="add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32" creationId="{CA22F210-7186-4074-94C5-FAD2C2EB15B2}"/>
          </ac:spMkLst>
        </pc:spChg>
        <pc:spChg chg="add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34" creationId="{7ED93057-B056-4D1D-B0DA-F1619DAAF5A1}"/>
          </ac:spMkLst>
        </pc:spChg>
        <pc:spChg chg="del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36" creationId="{F5B41592-BC5E-4AE2-8CA7-91C73FD8F744}"/>
          </ac:spMkLst>
        </pc:spChg>
        <pc:spChg chg="add del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38" creationId="{CB574A3D-9991-4D4A-91DF-0D0DE47DB31E}"/>
          </ac:spMkLst>
        </pc:spChg>
        <pc:spChg chg="add">
          <ac:chgData name="Franck Ivan Ouambo Simo" userId="e4f2ee211b0e6b06" providerId="LiveId" clId="{964BB0D7-512C-467E-B236-59BED8270634}" dt="2025-12-12T01:46:48.617" v="6026" actId="26606"/>
          <ac:spMkLst>
            <pc:docMk/>
            <pc:sldMk cId="216948205" sldId="266"/>
            <ac:spMk id="40" creationId="{1E1E5DE2-A148-4DE9-B743-4A00C8F2882C}"/>
          </ac:spMkLst>
        </pc:spChg>
        <pc:spChg chg="del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44" creationId="{0DA88B9B-AB70-4E8F-8499-E6548244DCBB}"/>
          </ac:spMkLst>
        </pc:spChg>
        <pc:spChg chg="ad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49" creationId="{0786F82F-1B47-46ED-8EAE-53EF71E59E9A}"/>
          </ac:spMkLst>
        </pc:spChg>
        <pc:spChg chg="ad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53" creationId="{A7FF7231-97B5-40C6-8958-17E8D45D684D}"/>
          </ac:spMkLst>
        </pc:spChg>
        <pc:spChg chg="ad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55" creationId="{1862C7FC-352D-4762-A023-4B26F9E6736E}"/>
          </ac:spMkLst>
        </pc:spChg>
        <pc:spChg chg="ad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61" creationId="{0AFAD299-BD71-4ABF-87E4-A9DB100D1541}"/>
          </ac:spMkLst>
        </pc:spChg>
        <pc:spChg chg="add">
          <ac:chgData name="Franck Ivan Ouambo Simo" userId="e4f2ee211b0e6b06" providerId="LiveId" clId="{964BB0D7-512C-467E-B236-59BED8270634}" dt="2025-12-12T19:36:09.893" v="7832" actId="26606"/>
          <ac:spMkLst>
            <pc:docMk/>
            <pc:sldMk cId="216948205" sldId="266"/>
            <ac:spMk id="63" creationId="{D9C3E457-541D-4754-9868-31A6AEAC2CFD}"/>
          </ac:spMkLst>
        </pc:spChg>
        <pc:picChg chg="add del mod">
          <ac:chgData name="Franck Ivan Ouambo Simo" userId="e4f2ee211b0e6b06" providerId="LiveId" clId="{964BB0D7-512C-467E-B236-59BED8270634}" dt="2025-12-12T13:34:26.702" v="7612" actId="478"/>
          <ac:picMkLst>
            <pc:docMk/>
            <pc:sldMk cId="216948205" sldId="266"/>
            <ac:picMk id="3" creationId="{DCB8EA6B-EFC4-6099-504D-E0E9C325AFA9}"/>
          </ac:picMkLst>
        </pc:picChg>
        <pc:picChg chg="add del mod">
          <ac:chgData name="Franck Ivan Ouambo Simo" userId="e4f2ee211b0e6b06" providerId="LiveId" clId="{964BB0D7-512C-467E-B236-59BED8270634}" dt="2025-12-12T13:35:45.155" v="7626" actId="478"/>
          <ac:picMkLst>
            <pc:docMk/>
            <pc:sldMk cId="216948205" sldId="266"/>
            <ac:picMk id="5" creationId="{B0551854-6CE4-227B-9468-0296FD6F1651}"/>
          </ac:picMkLst>
        </pc:picChg>
        <pc:picChg chg="add mod modCrop">
          <ac:chgData name="Franck Ivan Ouambo Simo" userId="e4f2ee211b0e6b06" providerId="LiveId" clId="{964BB0D7-512C-467E-B236-59BED8270634}" dt="2025-12-12T19:37:26.077" v="7846" actId="1076"/>
          <ac:picMkLst>
            <pc:docMk/>
            <pc:sldMk cId="216948205" sldId="266"/>
            <ac:picMk id="6" creationId="{58A28FB2-F0C1-A667-6725-3AC6515E73F5}"/>
          </ac:picMkLst>
        </pc:picChg>
        <pc:picChg chg="del">
          <ac:chgData name="Franck Ivan Ouambo Simo" userId="e4f2ee211b0e6b06" providerId="LiveId" clId="{964BB0D7-512C-467E-B236-59BED8270634}" dt="2025-12-12T01:44:33.669" v="6008" actId="478"/>
          <ac:picMkLst>
            <pc:docMk/>
            <pc:sldMk cId="216948205" sldId="266"/>
            <ac:picMk id="8" creationId="{620AFE18-981A-1066-A87F-6A5ED633BDF7}"/>
          </ac:picMkLst>
        </pc:picChg>
        <pc:picChg chg="add mod modCrop">
          <ac:chgData name="Franck Ivan Ouambo Simo" userId="e4f2ee211b0e6b06" providerId="LiveId" clId="{964BB0D7-512C-467E-B236-59BED8270634}" dt="2025-12-12T19:37:15.647" v="7844" actId="18131"/>
          <ac:picMkLst>
            <pc:docMk/>
            <pc:sldMk cId="216948205" sldId="266"/>
            <ac:picMk id="8" creationId="{87DDAFF9-B932-21A0-DF8B-E2279D6BFAB6}"/>
          </ac:picMkLst>
        </pc:picChg>
        <pc:picChg chg="add mod">
          <ac:chgData name="Franck Ivan Ouambo Simo" userId="e4f2ee211b0e6b06" providerId="LiveId" clId="{964BB0D7-512C-467E-B236-59BED8270634}" dt="2025-12-12T19:26:44.166" v="7773" actId="1076"/>
          <ac:picMkLst>
            <pc:docMk/>
            <pc:sldMk cId="216948205" sldId="266"/>
            <ac:picMk id="10" creationId="{CF3DF27B-C86E-6523-466C-E1A016F7A0A8}"/>
          </ac:picMkLst>
        </pc:picChg>
        <pc:picChg chg="add del mod">
          <ac:chgData name="Franck Ivan Ouambo Simo" userId="e4f2ee211b0e6b06" providerId="LiveId" clId="{964BB0D7-512C-467E-B236-59BED8270634}" dt="2025-12-12T19:26:24.908" v="7766" actId="478"/>
          <ac:picMkLst>
            <pc:docMk/>
            <pc:sldMk cId="216948205" sldId="266"/>
            <ac:picMk id="18" creationId="{B39859F4-3B5F-C245-7E5C-4045AAF12A8F}"/>
          </ac:picMkLst>
        </pc:picChg>
      </pc:sldChg>
      <pc:sldChg chg="addSp delSp modSp mod">
        <pc:chgData name="Franck Ivan Ouambo Simo" userId="e4f2ee211b0e6b06" providerId="LiveId" clId="{964BB0D7-512C-467E-B236-59BED8270634}" dt="2025-12-12T19:29:32.450" v="7775" actId="478"/>
        <pc:sldMkLst>
          <pc:docMk/>
          <pc:sldMk cId="3364659547" sldId="267"/>
        </pc:sldMkLst>
        <pc:spChg chg="mod">
          <ac:chgData name="Franck Ivan Ouambo Simo" userId="e4f2ee211b0e6b06" providerId="LiveId" clId="{964BB0D7-512C-467E-B236-59BED8270634}" dt="2025-12-12T01:49:13.260" v="6077" actId="1076"/>
          <ac:spMkLst>
            <pc:docMk/>
            <pc:sldMk cId="3364659547" sldId="267"/>
            <ac:spMk id="2" creationId="{0D7E75ED-17F0-6194-B35A-E08D670E2477}"/>
          </ac:spMkLst>
        </pc:spChg>
        <pc:spChg chg="del">
          <ac:chgData name="Franck Ivan Ouambo Simo" userId="e4f2ee211b0e6b06" providerId="LiveId" clId="{964BB0D7-512C-467E-B236-59BED8270634}" dt="2025-12-12T01:49:18.793" v="6079" actId="478"/>
          <ac:spMkLst>
            <pc:docMk/>
            <pc:sldMk cId="3364659547" sldId="267"/>
            <ac:spMk id="3" creationId="{E6972204-5010-3DE9-CBC0-9E0463C36222}"/>
          </ac:spMkLst>
        </pc:spChg>
        <pc:spChg chg="mod">
          <ac:chgData name="Franck Ivan Ouambo Simo" userId="e4f2ee211b0e6b06" providerId="LiveId" clId="{964BB0D7-512C-467E-B236-59BED8270634}" dt="2025-12-12T13:44:04.242" v="7670" actId="114"/>
          <ac:spMkLst>
            <pc:docMk/>
            <pc:sldMk cId="3364659547" sldId="267"/>
            <ac:spMk id="4" creationId="{881DDD66-CDB6-00ED-3489-584BC313349D}"/>
          </ac:spMkLst>
        </pc:spChg>
        <pc:spChg chg="del">
          <ac:chgData name="Franck Ivan Ouambo Simo" userId="e4f2ee211b0e6b06" providerId="LiveId" clId="{964BB0D7-512C-467E-B236-59BED8270634}" dt="2025-12-12T01:49:17.062" v="6078" actId="478"/>
          <ac:spMkLst>
            <pc:docMk/>
            <pc:sldMk cId="3364659547" sldId="267"/>
            <ac:spMk id="5" creationId="{09B1AC4C-CB81-A7BA-28B4-30079B5690A9}"/>
          </ac:spMkLst>
        </pc:spChg>
        <pc:spChg chg="add del mod">
          <ac:chgData name="Franck Ivan Ouambo Simo" userId="e4f2ee211b0e6b06" providerId="LiveId" clId="{964BB0D7-512C-467E-B236-59BED8270634}" dt="2025-12-12T19:29:32.450" v="7775" actId="478"/>
          <ac:spMkLst>
            <pc:docMk/>
            <pc:sldMk cId="3364659547" sldId="267"/>
            <ac:spMk id="7" creationId="{31BD9679-8345-CE10-A368-3D82F70E687B}"/>
          </ac:spMkLst>
        </pc:spChg>
        <pc:spChg chg="del">
          <ac:chgData name="Franck Ivan Ouambo Simo" userId="e4f2ee211b0e6b06" providerId="LiveId" clId="{964BB0D7-512C-467E-B236-59BED8270634}" dt="2025-12-12T01:49:23.249" v="6082" actId="478"/>
          <ac:spMkLst>
            <pc:docMk/>
            <pc:sldMk cId="3364659547" sldId="267"/>
            <ac:spMk id="26" creationId="{CE9E71FD-74C0-C336-C7D1-BF5A5ABDF1D2}"/>
          </ac:spMkLst>
        </pc:spChg>
        <pc:spChg chg="del">
          <ac:chgData name="Franck Ivan Ouambo Simo" userId="e4f2ee211b0e6b06" providerId="LiveId" clId="{964BB0D7-512C-467E-B236-59BED8270634}" dt="2025-12-12T01:49:23.249" v="6082" actId="478"/>
          <ac:spMkLst>
            <pc:docMk/>
            <pc:sldMk cId="3364659547" sldId="267"/>
            <ac:spMk id="28" creationId="{BEEAE061-377C-4FE9-6143-65F952518F8B}"/>
          </ac:spMkLst>
        </pc:spChg>
        <pc:spChg chg="del">
          <ac:chgData name="Franck Ivan Ouambo Simo" userId="e4f2ee211b0e6b06" providerId="LiveId" clId="{964BB0D7-512C-467E-B236-59BED8270634}" dt="2025-12-12T01:49:23.249" v="6082" actId="478"/>
          <ac:spMkLst>
            <pc:docMk/>
            <pc:sldMk cId="3364659547" sldId="267"/>
            <ac:spMk id="29" creationId="{37789A0C-673A-EDE2-4BD6-E8C24B0158BE}"/>
          </ac:spMkLst>
        </pc:spChg>
        <pc:spChg chg="del mod">
          <ac:chgData name="Franck Ivan Ouambo Simo" userId="e4f2ee211b0e6b06" providerId="LiveId" clId="{964BB0D7-512C-467E-B236-59BED8270634}" dt="2025-12-12T01:49:20.211" v="6081" actId="478"/>
          <ac:spMkLst>
            <pc:docMk/>
            <pc:sldMk cId="3364659547" sldId="267"/>
            <ac:spMk id="30" creationId="{5A67B42A-D157-20A3-F1C6-79AF348A11FA}"/>
          </ac:spMkLst>
        </pc:spChg>
        <pc:picChg chg="add del mod modCrop">
          <ac:chgData name="Franck Ivan Ouambo Simo" userId="e4f2ee211b0e6b06" providerId="LiveId" clId="{964BB0D7-512C-467E-B236-59BED8270634}" dt="2025-12-12T02:19:11.351" v="6852" actId="478"/>
          <ac:picMkLst>
            <pc:docMk/>
            <pc:sldMk cId="3364659547" sldId="267"/>
            <ac:picMk id="10" creationId="{42478435-C8C9-C44D-4215-ED2C3BDEE3B9}"/>
          </ac:picMkLst>
        </pc:picChg>
        <pc:picChg chg="add mod modCrop">
          <ac:chgData name="Franck Ivan Ouambo Simo" userId="e4f2ee211b0e6b06" providerId="LiveId" clId="{964BB0D7-512C-467E-B236-59BED8270634}" dt="2025-12-12T13:43:44.919" v="7643" actId="1076"/>
          <ac:picMkLst>
            <pc:docMk/>
            <pc:sldMk cId="3364659547" sldId="267"/>
            <ac:picMk id="14" creationId="{C862E7A0-37B4-59E2-A86D-A649BCA0AD91}"/>
          </ac:picMkLst>
        </pc:picChg>
        <pc:cxnChg chg="del">
          <ac:chgData name="Franck Ivan Ouambo Simo" userId="e4f2ee211b0e6b06" providerId="LiveId" clId="{964BB0D7-512C-467E-B236-59BED8270634}" dt="2025-12-12T01:49:23.249" v="6082" actId="478"/>
          <ac:cxnSpMkLst>
            <pc:docMk/>
            <pc:sldMk cId="3364659547" sldId="267"/>
            <ac:cxnSpMk id="16" creationId="{39052C9D-8CA7-F1C3-A6A0-C4A7EFB0C013}"/>
          </ac:cxnSpMkLst>
        </pc:cxnChg>
        <pc:cxnChg chg="del">
          <ac:chgData name="Franck Ivan Ouambo Simo" userId="e4f2ee211b0e6b06" providerId="LiveId" clId="{964BB0D7-512C-467E-B236-59BED8270634}" dt="2025-12-12T01:49:23.249" v="6082" actId="478"/>
          <ac:cxnSpMkLst>
            <pc:docMk/>
            <pc:sldMk cId="3364659547" sldId="267"/>
            <ac:cxnSpMk id="24" creationId="{249E7D01-2F39-0FC4-8B09-956A907C6E16}"/>
          </ac:cxnSpMkLst>
        </pc:cxnChg>
        <pc:cxnChg chg="del">
          <ac:chgData name="Franck Ivan Ouambo Simo" userId="e4f2ee211b0e6b06" providerId="LiveId" clId="{964BB0D7-512C-467E-B236-59BED8270634}" dt="2025-12-12T01:49:23.249" v="6082" actId="478"/>
          <ac:cxnSpMkLst>
            <pc:docMk/>
            <pc:sldMk cId="3364659547" sldId="267"/>
            <ac:cxnSpMk id="25" creationId="{3F280486-834F-C1F3-1ACE-362ACEA7F66C}"/>
          </ac:cxnSpMkLst>
        </pc:cxnChg>
      </pc:sldChg>
      <pc:sldChg chg="addSp delSp modSp mod">
        <pc:chgData name="Franck Ivan Ouambo Simo" userId="e4f2ee211b0e6b06" providerId="LiveId" clId="{964BB0D7-512C-467E-B236-59BED8270634}" dt="2025-12-12T19:38:02.636" v="7853" actId="1076"/>
        <pc:sldMkLst>
          <pc:docMk/>
          <pc:sldMk cId="1836217133" sldId="268"/>
        </pc:sldMkLst>
        <pc:spChg chg="mod">
          <ac:chgData name="Franck Ivan Ouambo Simo" userId="e4f2ee211b0e6b06" providerId="LiveId" clId="{964BB0D7-512C-467E-B236-59BED8270634}" dt="2025-12-12T02:26:25.788" v="7061" actId="20577"/>
          <ac:spMkLst>
            <pc:docMk/>
            <pc:sldMk cId="1836217133" sldId="268"/>
            <ac:spMk id="2" creationId="{EC869AD9-45B1-8DC7-C0B2-A52FEC1D20EC}"/>
          </ac:spMkLst>
        </pc:spChg>
        <pc:spChg chg="del mod">
          <ac:chgData name="Franck Ivan Ouambo Simo" userId="e4f2ee211b0e6b06" providerId="LiveId" clId="{964BB0D7-512C-467E-B236-59BED8270634}" dt="2025-12-12T02:26:45.013" v="7067"/>
          <ac:spMkLst>
            <pc:docMk/>
            <pc:sldMk cId="1836217133" sldId="268"/>
            <ac:spMk id="4" creationId="{7BABB381-0226-9F19-419D-56F4242D4834}"/>
          </ac:spMkLst>
        </pc:spChg>
        <pc:spChg chg="add del mod">
          <ac:chgData name="Franck Ivan Ouambo Simo" userId="e4f2ee211b0e6b06" providerId="LiveId" clId="{964BB0D7-512C-467E-B236-59BED8270634}" dt="2025-12-12T19:37:41.993" v="7848" actId="478"/>
          <ac:spMkLst>
            <pc:docMk/>
            <pc:sldMk cId="1836217133" sldId="268"/>
            <ac:spMk id="7" creationId="{897569C7-9EE7-F5E8-E78B-84BC0D6D4F45}"/>
          </ac:spMkLst>
        </pc:spChg>
        <pc:graphicFrameChg chg="del modGraphic">
          <ac:chgData name="Franck Ivan Ouambo Simo" userId="e4f2ee211b0e6b06" providerId="LiveId" clId="{964BB0D7-512C-467E-B236-59BED8270634}" dt="2025-12-12T02:26:42.281" v="7064" actId="478"/>
          <ac:graphicFrameMkLst>
            <pc:docMk/>
            <pc:sldMk cId="1836217133" sldId="268"/>
            <ac:graphicFrameMk id="5" creationId="{7F67D3AD-076A-6C65-4D62-3C446C3C0D27}"/>
          </ac:graphicFrameMkLst>
        </pc:graphicFrameChg>
        <pc:graphicFrameChg chg="del">
          <ac:chgData name="Franck Ivan Ouambo Simo" userId="e4f2ee211b0e6b06" providerId="LiveId" clId="{964BB0D7-512C-467E-B236-59BED8270634}" dt="2025-12-12T02:26:39.761" v="7062" actId="478"/>
          <ac:graphicFrameMkLst>
            <pc:docMk/>
            <pc:sldMk cId="1836217133" sldId="268"/>
            <ac:graphicFrameMk id="6" creationId="{FC4E3341-E817-EE97-F1CD-E780F86F3ADD}"/>
          </ac:graphicFrameMkLst>
        </pc:graphicFrameChg>
        <pc:picChg chg="add mod">
          <ac:chgData name="Franck Ivan Ouambo Simo" userId="e4f2ee211b0e6b06" providerId="LiveId" clId="{964BB0D7-512C-467E-B236-59BED8270634}" dt="2025-12-12T19:38:02.636" v="7853" actId="1076"/>
          <ac:picMkLst>
            <pc:docMk/>
            <pc:sldMk cId="1836217133" sldId="268"/>
            <ac:picMk id="4" creationId="{7F43BD77-3B6B-1A59-F766-B9E8473EA34B}"/>
          </ac:picMkLst>
        </pc:picChg>
      </pc:sldChg>
      <pc:sldChg chg="del">
        <pc:chgData name="Franck Ivan Ouambo Simo" userId="e4f2ee211b0e6b06" providerId="LiveId" clId="{964BB0D7-512C-467E-B236-59BED8270634}" dt="2025-12-12T03:19:18.644" v="7609" actId="47"/>
        <pc:sldMkLst>
          <pc:docMk/>
          <pc:sldMk cId="4144889358" sldId="269"/>
        </pc:sldMkLst>
      </pc:sldChg>
      <pc:sldChg chg="modSp mod">
        <pc:chgData name="Franck Ivan Ouambo Simo" userId="e4f2ee211b0e6b06" providerId="LiveId" clId="{964BB0D7-512C-467E-B236-59BED8270634}" dt="2025-12-12T01:42:48.932" v="5969" actId="20577"/>
        <pc:sldMkLst>
          <pc:docMk/>
          <pc:sldMk cId="2741651968" sldId="273"/>
        </pc:sldMkLst>
        <pc:spChg chg="mod">
          <ac:chgData name="Franck Ivan Ouambo Simo" userId="e4f2ee211b0e6b06" providerId="LiveId" clId="{964BB0D7-512C-467E-B236-59BED8270634}" dt="2025-12-12T01:35:13.973" v="5794" actId="20577"/>
          <ac:spMkLst>
            <pc:docMk/>
            <pc:sldMk cId="2741651968" sldId="273"/>
            <ac:spMk id="2" creationId="{82C8C54E-0480-18E1-78B6-4BCD6B154E09}"/>
          </ac:spMkLst>
        </pc:spChg>
        <pc:spChg chg="mod">
          <ac:chgData name="Franck Ivan Ouambo Simo" userId="e4f2ee211b0e6b06" providerId="LiveId" clId="{964BB0D7-512C-467E-B236-59BED8270634}" dt="2025-12-12T01:42:48.932" v="5969" actId="20577"/>
          <ac:spMkLst>
            <pc:docMk/>
            <pc:sldMk cId="2741651968" sldId="273"/>
            <ac:spMk id="3" creationId="{C4D20555-1953-1E3E-A9E9-0E63C25FB227}"/>
          </ac:spMkLst>
        </pc:spChg>
      </pc:sldChg>
      <pc:sldChg chg="addSp delSp modSp add mod">
        <pc:chgData name="Franck Ivan Ouambo Simo" userId="e4f2ee211b0e6b06" providerId="LiveId" clId="{964BB0D7-512C-467E-B236-59BED8270634}" dt="2025-12-12T13:44:32.670" v="7674" actId="403"/>
        <pc:sldMkLst>
          <pc:docMk/>
          <pc:sldMk cId="3804663616" sldId="274"/>
        </pc:sldMkLst>
        <pc:spChg chg="mod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2" creationId="{52CE8159-9B63-0BCB-585F-18476DA5D917}"/>
          </ac:spMkLst>
        </pc:spChg>
        <pc:spChg chg="mod">
          <ac:chgData name="Franck Ivan Ouambo Simo" userId="e4f2ee211b0e6b06" providerId="LiveId" clId="{964BB0D7-512C-467E-B236-59BED8270634}" dt="2025-12-12T02:24:16.574" v="7049" actId="113"/>
          <ac:spMkLst>
            <pc:docMk/>
            <pc:sldMk cId="3804663616" sldId="274"/>
            <ac:spMk id="4" creationId="{1CF6B332-E107-72DA-EF79-F6A46A523C33}"/>
          </ac:spMkLst>
        </pc:spChg>
        <pc:spChg chg="del mod">
          <ac:chgData name="Franck Ivan Ouambo Simo" userId="e4f2ee211b0e6b06" providerId="LiveId" clId="{964BB0D7-512C-467E-B236-59BED8270634}" dt="2025-12-12T02:22:53.048" v="7040" actId="478"/>
          <ac:spMkLst>
            <pc:docMk/>
            <pc:sldMk cId="3804663616" sldId="274"/>
            <ac:spMk id="7" creationId="{1699A9CD-FB16-CFEC-1001-4A470BBE4DE6}"/>
          </ac:spMkLst>
        </pc:spChg>
        <pc:spChg chg="del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15" creationId="{27FAA58B-401A-506F-37EC-566DE96A82EB}"/>
          </ac:spMkLst>
        </pc:spChg>
        <pc:spChg chg="del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21" creationId="{D7E1C01F-9086-5FB3-3386-2A7B34CFD824}"/>
          </ac:spMkLst>
        </pc:spChg>
        <pc:spChg chg="add del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26" creationId="{0786F82F-1B47-46ED-8EAE-53EF71E59E9A}"/>
          </ac:spMkLst>
        </pc:spChg>
        <pc:spChg chg="add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34" creationId="{60F38E87-6AF8-4488-B608-9FA2F57B40B7}"/>
          </ac:spMkLst>
        </pc:spChg>
        <pc:spChg chg="add del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36" creationId="{ECC3B76D-CC6E-42D0-8666-2A2164AB5AF4}"/>
          </ac:spMkLst>
        </pc:spChg>
        <pc:spChg chg="add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38" creationId="{32BA9D6C-8214-4E25-AF8B-48762AD8D530}"/>
          </ac:spMkLst>
        </pc:spChg>
        <pc:spChg chg="add">
          <ac:chgData name="Franck Ivan Ouambo Simo" userId="e4f2ee211b0e6b06" providerId="LiveId" clId="{964BB0D7-512C-467E-B236-59BED8270634}" dt="2025-12-12T02:23:06.853" v="7041" actId="26606"/>
          <ac:spMkLst>
            <pc:docMk/>
            <pc:sldMk cId="3804663616" sldId="274"/>
            <ac:spMk id="40" creationId="{DBE9B8BD-472F-4F54-AC9D-101EE3496992}"/>
          </ac:spMkLst>
        </pc:spChg>
        <pc:spChg chg="add del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44" creationId="{0FDBC76A-295F-4635-A28D-ADA24F383ABC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49" creationId="{0786F82F-1B47-46ED-8EAE-53EF71E59E9A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51" creationId="{EF1BAF6F-6275-4646-9C59-331B29B9550F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53" creationId="{099405E2-1A96-4DBA-A9DC-4C2A1B421CA9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63" creationId="{CA212158-300D-44D0-9CCE-472C3F669EE1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65" creationId="{988521F4-D44A-42C5-9BDB-5CA25554098B}"/>
          </ac:spMkLst>
        </pc:spChg>
        <pc:spChg chg="add">
          <ac:chgData name="Franck Ivan Ouambo Simo" userId="e4f2ee211b0e6b06" providerId="LiveId" clId="{964BB0D7-512C-467E-B236-59BED8270634}" dt="2025-12-12T02:23:57.007" v="7044" actId="26606"/>
          <ac:spMkLst>
            <pc:docMk/>
            <pc:sldMk cId="3804663616" sldId="274"/>
            <ac:spMk id="67" creationId="{5E6738EB-6FF0-4AF9-8462-57F4494B88B2}"/>
          </ac:spMkLst>
        </pc:spChg>
        <pc:graphicFrameChg chg="add mod modGraphic">
          <ac:chgData name="Franck Ivan Ouambo Simo" userId="e4f2ee211b0e6b06" providerId="LiveId" clId="{964BB0D7-512C-467E-B236-59BED8270634}" dt="2025-12-12T13:44:32.670" v="7674" actId="403"/>
          <ac:graphicFrameMkLst>
            <pc:docMk/>
            <pc:sldMk cId="3804663616" sldId="274"/>
            <ac:graphicFrameMk id="3" creationId="{8BDBA58A-EAD3-1FD5-5384-7DCA77F0B10F}"/>
          </ac:graphicFrameMkLst>
        </pc:graphicFrameChg>
        <pc:picChg chg="del">
          <ac:chgData name="Franck Ivan Ouambo Simo" userId="e4f2ee211b0e6b06" providerId="LiveId" clId="{964BB0D7-512C-467E-B236-59BED8270634}" dt="2025-12-12T02:20:48.845" v="6871" actId="478"/>
          <ac:picMkLst>
            <pc:docMk/>
            <pc:sldMk cId="3804663616" sldId="274"/>
            <ac:picMk id="14" creationId="{30C31B56-9FC2-4851-BB34-06E7DA5533AD}"/>
          </ac:picMkLst>
        </pc:picChg>
      </pc:sldChg>
      <pc:sldChg chg="addSp delSp modSp add mod">
        <pc:chgData name="Franck Ivan Ouambo Simo" userId="e4f2ee211b0e6b06" providerId="LiveId" clId="{964BB0D7-512C-467E-B236-59BED8270634}" dt="2025-12-12T19:33:14.283" v="7831" actId="478"/>
        <pc:sldMkLst>
          <pc:docMk/>
          <pc:sldMk cId="1703812673" sldId="275"/>
        </pc:sldMkLst>
        <pc:spChg chg="mod">
          <ac:chgData name="Franck Ivan Ouambo Simo" userId="e4f2ee211b0e6b06" providerId="LiveId" clId="{964BB0D7-512C-467E-B236-59BED8270634}" dt="2025-12-12T02:27:05.974" v="7077" actId="20577"/>
          <ac:spMkLst>
            <pc:docMk/>
            <pc:sldMk cId="1703812673" sldId="275"/>
            <ac:spMk id="2" creationId="{A30C7DCF-0990-1B34-8017-854A796FF7D8}"/>
          </ac:spMkLst>
        </pc:spChg>
        <pc:spChg chg="add del mod">
          <ac:chgData name="Franck Ivan Ouambo Simo" userId="e4f2ee211b0e6b06" providerId="LiveId" clId="{964BB0D7-512C-467E-B236-59BED8270634}" dt="2025-12-12T03:14:21.242" v="7604"/>
          <ac:spMkLst>
            <pc:docMk/>
            <pc:sldMk cId="1703812673" sldId="275"/>
            <ac:spMk id="4" creationId="{34F10060-7E30-2471-8512-1DA8773A193A}"/>
          </ac:spMkLst>
        </pc:spChg>
        <pc:spChg chg="add mod">
          <ac:chgData name="Franck Ivan Ouambo Simo" userId="e4f2ee211b0e6b06" providerId="LiveId" clId="{964BB0D7-512C-467E-B236-59BED8270634}" dt="2025-12-12T03:02:20.035" v="7238" actId="1076"/>
          <ac:spMkLst>
            <pc:docMk/>
            <pc:sldMk cId="1703812673" sldId="275"/>
            <ac:spMk id="6" creationId="{1FC56B45-22C1-8255-659B-B19EE39351D5}"/>
          </ac:spMkLst>
        </pc:spChg>
        <pc:spChg chg="del mod">
          <ac:chgData name="Franck Ivan Ouambo Simo" userId="e4f2ee211b0e6b06" providerId="LiveId" clId="{964BB0D7-512C-467E-B236-59BED8270634}" dt="2025-12-12T02:51:39.641" v="7083"/>
          <ac:spMkLst>
            <pc:docMk/>
            <pc:sldMk cId="1703812673" sldId="275"/>
            <ac:spMk id="7" creationId="{156F05D2-36FF-AA84-C2D0-F334C7607444}"/>
          </ac:spMkLst>
        </pc:spChg>
        <pc:spChg chg="add mod">
          <ac:chgData name="Franck Ivan Ouambo Simo" userId="e4f2ee211b0e6b06" providerId="LiveId" clId="{964BB0D7-512C-467E-B236-59BED8270634}" dt="2025-12-12T03:05:45.670" v="7389" actId="20577"/>
          <ac:spMkLst>
            <pc:docMk/>
            <pc:sldMk cId="1703812673" sldId="275"/>
            <ac:spMk id="29" creationId="{A0FCF122-E52A-6C4C-7D26-ED391005C8E4}"/>
          </ac:spMkLst>
        </pc:spChg>
        <pc:spChg chg="add mod">
          <ac:chgData name="Franck Ivan Ouambo Simo" userId="e4f2ee211b0e6b06" providerId="LiveId" clId="{964BB0D7-512C-467E-B236-59BED8270634}" dt="2025-12-12T03:06:30.122" v="7442" actId="1076"/>
          <ac:spMkLst>
            <pc:docMk/>
            <pc:sldMk cId="1703812673" sldId="275"/>
            <ac:spMk id="32" creationId="{72548682-F537-BBBC-3870-AB5D8FD378B1}"/>
          </ac:spMkLst>
        </pc:spChg>
        <pc:spChg chg="add mod">
          <ac:chgData name="Franck Ivan Ouambo Simo" userId="e4f2ee211b0e6b06" providerId="LiveId" clId="{964BB0D7-512C-467E-B236-59BED8270634}" dt="2025-12-12T03:06:49.023" v="7471" actId="14100"/>
          <ac:spMkLst>
            <pc:docMk/>
            <pc:sldMk cId="1703812673" sldId="275"/>
            <ac:spMk id="33" creationId="{2D2F0245-5F89-4B82-B5DF-2DB6C3CF9E2A}"/>
          </ac:spMkLst>
        </pc:spChg>
        <pc:spChg chg="add mod">
          <ac:chgData name="Franck Ivan Ouambo Simo" userId="e4f2ee211b0e6b06" providerId="LiveId" clId="{964BB0D7-512C-467E-B236-59BED8270634}" dt="2025-12-12T03:07:18.817" v="7517" actId="14100"/>
          <ac:spMkLst>
            <pc:docMk/>
            <pc:sldMk cId="1703812673" sldId="275"/>
            <ac:spMk id="34" creationId="{218650F8-C1A0-601A-56E1-6D483D89B07B}"/>
          </ac:spMkLst>
        </pc:spChg>
        <pc:spChg chg="add mod">
          <ac:chgData name="Franck Ivan Ouambo Simo" userId="e4f2ee211b0e6b06" providerId="LiveId" clId="{964BB0D7-512C-467E-B236-59BED8270634}" dt="2025-12-12T03:08:19.088" v="7522" actId="14100"/>
          <ac:spMkLst>
            <pc:docMk/>
            <pc:sldMk cId="1703812673" sldId="275"/>
            <ac:spMk id="35" creationId="{B2CFD4B3-377C-72CA-84F3-07C6732DE04F}"/>
          </ac:spMkLst>
        </pc:spChg>
        <pc:spChg chg="add mod">
          <ac:chgData name="Franck Ivan Ouambo Simo" userId="e4f2ee211b0e6b06" providerId="LiveId" clId="{964BB0D7-512C-467E-B236-59BED8270634}" dt="2025-12-12T03:12:53.064" v="7601" actId="20577"/>
          <ac:spMkLst>
            <pc:docMk/>
            <pc:sldMk cId="1703812673" sldId="275"/>
            <ac:spMk id="39" creationId="{6A7BD8F9-3998-F29F-8B32-154E6CFD589E}"/>
          </ac:spMkLst>
        </pc:spChg>
        <pc:spChg chg="add del">
          <ac:chgData name="Franck Ivan Ouambo Simo" userId="e4f2ee211b0e6b06" providerId="LiveId" clId="{964BB0D7-512C-467E-B236-59BED8270634}" dt="2025-12-12T03:19:02.656" v="7606" actId="22"/>
          <ac:spMkLst>
            <pc:docMk/>
            <pc:sldMk cId="1703812673" sldId="275"/>
            <ac:spMk id="41" creationId="{3B015BF9-72E6-CAFB-34EF-56D40A0E0B0F}"/>
          </ac:spMkLst>
        </pc:spChg>
        <pc:spChg chg="add del mod">
          <ac:chgData name="Franck Ivan Ouambo Simo" userId="e4f2ee211b0e6b06" providerId="LiveId" clId="{964BB0D7-512C-467E-B236-59BED8270634}" dt="2025-12-12T19:33:14.283" v="7831" actId="478"/>
          <ac:spMkLst>
            <pc:docMk/>
            <pc:sldMk cId="1703812673" sldId="275"/>
            <ac:spMk id="42" creationId="{E9D019BA-4AD9-E4C5-2030-D6E9C8093075}"/>
          </ac:spMkLst>
        </pc:spChg>
        <pc:graphicFrameChg chg="add del mod modGraphic">
          <ac:chgData name="Franck Ivan Ouambo Simo" userId="e4f2ee211b0e6b06" providerId="LiveId" clId="{964BB0D7-512C-467E-B236-59BED8270634}" dt="2025-12-12T02:57:51.408" v="7194" actId="478"/>
          <ac:graphicFrameMkLst>
            <pc:docMk/>
            <pc:sldMk cId="1703812673" sldId="275"/>
            <ac:graphicFrameMk id="5" creationId="{0066E9F8-71DA-3A50-04DC-F46529661CB8}"/>
          </ac:graphicFrameMkLst>
        </pc:graphicFrameChg>
        <pc:cxnChg chg="add mod">
          <ac:chgData name="Franck Ivan Ouambo Simo" userId="e4f2ee211b0e6b06" providerId="LiveId" clId="{964BB0D7-512C-467E-B236-59BED8270634}" dt="2025-12-12T03:03:35.525" v="7253" actId="208"/>
          <ac:cxnSpMkLst>
            <pc:docMk/>
            <pc:sldMk cId="1703812673" sldId="275"/>
            <ac:cxnSpMk id="10" creationId="{EE1F7BFF-F814-BAC5-7623-1B1DEB2213E9}"/>
          </ac:cxnSpMkLst>
        </pc:cxnChg>
        <pc:cxnChg chg="add mod">
          <ac:chgData name="Franck Ivan Ouambo Simo" userId="e4f2ee211b0e6b06" providerId="LiveId" clId="{964BB0D7-512C-467E-B236-59BED8270634}" dt="2025-12-12T03:03:43.925" v="7256" actId="208"/>
          <ac:cxnSpMkLst>
            <pc:docMk/>
            <pc:sldMk cId="1703812673" sldId="275"/>
            <ac:cxnSpMk id="12" creationId="{358571BE-B3AF-F3A2-46AC-0861AB8BBF52}"/>
          </ac:cxnSpMkLst>
        </pc:cxnChg>
        <pc:cxnChg chg="add mod">
          <ac:chgData name="Franck Ivan Ouambo Simo" userId="e4f2ee211b0e6b06" providerId="LiveId" clId="{964BB0D7-512C-467E-B236-59BED8270634}" dt="2025-12-12T03:03:49.822" v="7257" actId="208"/>
          <ac:cxnSpMkLst>
            <pc:docMk/>
            <pc:sldMk cId="1703812673" sldId="275"/>
            <ac:cxnSpMk id="24" creationId="{89E3A812-3ED2-DE2A-6083-7F8DDA6E6B81}"/>
          </ac:cxnSpMkLst>
        </pc:cxnChg>
        <pc:cxnChg chg="add mod">
          <ac:chgData name="Franck Ivan Ouambo Simo" userId="e4f2ee211b0e6b06" providerId="LiveId" clId="{964BB0D7-512C-467E-B236-59BED8270634}" dt="2025-12-12T03:03:54.924" v="7258" actId="208"/>
          <ac:cxnSpMkLst>
            <pc:docMk/>
            <pc:sldMk cId="1703812673" sldId="275"/>
            <ac:cxnSpMk id="27" creationId="{FB51B26C-7C7D-2C5D-EE2E-AFF632B2EAB2}"/>
          </ac:cxnSpMkLst>
        </pc:cxnChg>
        <pc:cxnChg chg="add mod">
          <ac:chgData name="Franck Ivan Ouambo Simo" userId="e4f2ee211b0e6b06" providerId="LiveId" clId="{964BB0D7-512C-467E-B236-59BED8270634}" dt="2025-12-12T03:05:48.691" v="7390"/>
          <ac:cxnSpMkLst>
            <pc:docMk/>
            <pc:sldMk cId="1703812673" sldId="275"/>
            <ac:cxnSpMk id="30" creationId="{D5542CFD-D510-F912-6DF3-A07E9AD233F5}"/>
          </ac:cxnSpMkLst>
        </pc:cxnChg>
        <pc:cxnChg chg="add mod">
          <ac:chgData name="Franck Ivan Ouambo Simo" userId="e4f2ee211b0e6b06" providerId="LiveId" clId="{964BB0D7-512C-467E-B236-59BED8270634}" dt="2025-12-12T03:05:51.706" v="7391"/>
          <ac:cxnSpMkLst>
            <pc:docMk/>
            <pc:sldMk cId="1703812673" sldId="275"/>
            <ac:cxnSpMk id="31" creationId="{60596023-78E7-B26A-8BBE-CF00C8340A86}"/>
          </ac:cxnSpMkLst>
        </pc:cxnChg>
        <pc:cxnChg chg="add mod">
          <ac:chgData name="Franck Ivan Ouambo Simo" userId="e4f2ee211b0e6b06" providerId="LiveId" clId="{964BB0D7-512C-467E-B236-59BED8270634}" dt="2025-12-12T03:09:19.326" v="7533" actId="208"/>
          <ac:cxnSpMkLst>
            <pc:docMk/>
            <pc:sldMk cId="1703812673" sldId="275"/>
            <ac:cxnSpMk id="37" creationId="{6E8F9E50-7318-2049-AAE5-D71245C2811A}"/>
          </ac:cxnSpMkLst>
        </pc:cxnChg>
      </pc:sldChg>
      <pc:sldChg chg="addSp delSp modSp add mod">
        <pc:chgData name="Franck Ivan Ouambo Simo" userId="e4f2ee211b0e6b06" providerId="LiveId" clId="{964BB0D7-512C-467E-B236-59BED8270634}" dt="2025-12-12T19:38:13.695" v="7857" actId="1076"/>
        <pc:sldMkLst>
          <pc:docMk/>
          <pc:sldMk cId="64680299" sldId="276"/>
        </pc:sldMkLst>
        <pc:spChg chg="add mod">
          <ac:chgData name="Franck Ivan Ouambo Simo" userId="e4f2ee211b0e6b06" providerId="LiveId" clId="{964BB0D7-512C-467E-B236-59BED8270634}" dt="2025-12-12T19:38:13.695" v="7857" actId="1076"/>
          <ac:spMkLst>
            <pc:docMk/>
            <pc:sldMk cId="64680299" sldId="276"/>
            <ac:spMk id="6" creationId="{381FF10C-7337-3F73-745A-A9FD3BD6B7E1}"/>
          </ac:spMkLst>
        </pc:spChg>
        <pc:spChg chg="del mod">
          <ac:chgData name="Franck Ivan Ouambo Simo" userId="e4f2ee211b0e6b06" providerId="LiveId" clId="{964BB0D7-512C-467E-B236-59BED8270634}" dt="2025-12-12T19:17:30.456" v="7760"/>
          <ac:spMkLst>
            <pc:docMk/>
            <pc:sldMk cId="64680299" sldId="276"/>
            <ac:spMk id="7" creationId="{24C24547-2EC2-BD02-3A64-C824341307F3}"/>
          </ac:spMkLst>
        </pc:spChg>
        <pc:picChg chg="del">
          <ac:chgData name="Franck Ivan Ouambo Simo" userId="e4f2ee211b0e6b06" providerId="LiveId" clId="{964BB0D7-512C-467E-B236-59BED8270634}" dt="2025-12-12T19:15:56.272" v="7683" actId="478"/>
          <ac:picMkLst>
            <pc:docMk/>
            <pc:sldMk cId="64680299" sldId="276"/>
            <ac:picMk id="4" creationId="{DA0CD08F-4F10-81A0-9789-77FB4410D18C}"/>
          </ac:picMkLst>
        </pc:picChg>
        <pc:picChg chg="add mod">
          <ac:chgData name="Franck Ivan Ouambo Simo" userId="e4f2ee211b0e6b06" providerId="LiveId" clId="{964BB0D7-512C-467E-B236-59BED8270634}" dt="2025-12-12T19:38:11.121" v="7856" actId="1076"/>
          <ac:picMkLst>
            <pc:docMk/>
            <pc:sldMk cId="64680299" sldId="276"/>
            <ac:picMk id="5" creationId="{5B149E1F-7B3E-BF20-2729-61EB1EE781B8}"/>
          </ac:picMkLst>
        </pc:picChg>
      </pc:sldChg>
      <pc:sldChg chg="delSp add del mod">
        <pc:chgData name="Franck Ivan Ouambo Simo" userId="e4f2ee211b0e6b06" providerId="LiveId" clId="{964BB0D7-512C-467E-B236-59BED8270634}" dt="2025-12-12T03:19:11.732" v="7608" actId="47"/>
        <pc:sldMkLst>
          <pc:docMk/>
          <pc:sldMk cId="3422921519" sldId="276"/>
        </pc:sldMkLst>
        <pc:spChg chg="del">
          <ac:chgData name="Franck Ivan Ouambo Simo" userId="e4f2ee211b0e6b06" providerId="LiveId" clId="{964BB0D7-512C-467E-B236-59BED8270634}" dt="2025-12-12T03:09:40.506" v="7535" actId="478"/>
          <ac:spMkLst>
            <pc:docMk/>
            <pc:sldMk cId="3422921519" sldId="276"/>
            <ac:spMk id="6" creationId="{2ADC6137-65FE-B66D-1686-C22A510557B5}"/>
          </ac:spMkLst>
        </pc:spChg>
        <pc:spChg chg="del">
          <ac:chgData name="Franck Ivan Ouambo Simo" userId="e4f2ee211b0e6b06" providerId="LiveId" clId="{964BB0D7-512C-467E-B236-59BED8270634}" dt="2025-12-12T03:09:40.506" v="7535" actId="478"/>
          <ac:spMkLst>
            <pc:docMk/>
            <pc:sldMk cId="3422921519" sldId="276"/>
            <ac:spMk id="29" creationId="{7AB5A524-BF63-7A0A-691A-95B4B6EF644E}"/>
          </ac:spMkLst>
        </pc:spChg>
        <pc:spChg chg="del">
          <ac:chgData name="Franck Ivan Ouambo Simo" userId="e4f2ee211b0e6b06" providerId="LiveId" clId="{964BB0D7-512C-467E-B236-59BED8270634}" dt="2025-12-12T03:09:44.039" v="7536" actId="478"/>
          <ac:spMkLst>
            <pc:docMk/>
            <pc:sldMk cId="3422921519" sldId="276"/>
            <ac:spMk id="32" creationId="{6EA0AD20-1BBD-2C00-C369-76FEB7AB31D8}"/>
          </ac:spMkLst>
        </pc:spChg>
        <pc:spChg chg="del">
          <ac:chgData name="Franck Ivan Ouambo Simo" userId="e4f2ee211b0e6b06" providerId="LiveId" clId="{964BB0D7-512C-467E-B236-59BED8270634}" dt="2025-12-12T03:09:40.506" v="7535" actId="478"/>
          <ac:spMkLst>
            <pc:docMk/>
            <pc:sldMk cId="3422921519" sldId="276"/>
            <ac:spMk id="33" creationId="{81CF64D5-09A7-063D-6468-892C0D6176BB}"/>
          </ac:spMkLst>
        </pc:spChg>
        <pc:spChg chg="del">
          <ac:chgData name="Franck Ivan Ouambo Simo" userId="e4f2ee211b0e6b06" providerId="LiveId" clId="{964BB0D7-512C-467E-B236-59BED8270634}" dt="2025-12-12T03:09:40.506" v="7535" actId="478"/>
          <ac:spMkLst>
            <pc:docMk/>
            <pc:sldMk cId="3422921519" sldId="276"/>
            <ac:spMk id="34" creationId="{A856C527-F954-480A-76C9-EB6132C2C84F}"/>
          </ac:spMkLst>
        </pc:spChg>
        <pc:spChg chg="del">
          <ac:chgData name="Franck Ivan Ouambo Simo" userId="e4f2ee211b0e6b06" providerId="LiveId" clId="{964BB0D7-512C-467E-B236-59BED8270634}" dt="2025-12-12T03:09:40.506" v="7535" actId="478"/>
          <ac:spMkLst>
            <pc:docMk/>
            <pc:sldMk cId="3422921519" sldId="276"/>
            <ac:spMk id="35" creationId="{F256DFD9-6BB9-AA93-263E-D14DB5418B96}"/>
          </ac:spMkLst>
        </pc:spChg>
        <pc:cxnChg chg="del">
          <ac:chgData name="Franck Ivan Ouambo Simo" userId="e4f2ee211b0e6b06" providerId="LiveId" clId="{964BB0D7-512C-467E-B236-59BED8270634}" dt="2025-12-12T03:09:40.506" v="7535" actId="478"/>
          <ac:cxnSpMkLst>
            <pc:docMk/>
            <pc:sldMk cId="3422921519" sldId="276"/>
            <ac:cxnSpMk id="10" creationId="{F150342B-7BFE-E950-CB40-57522E40E2F4}"/>
          </ac:cxnSpMkLst>
        </pc:cxnChg>
        <pc:cxnChg chg="del">
          <ac:chgData name="Franck Ivan Ouambo Simo" userId="e4f2ee211b0e6b06" providerId="LiveId" clId="{964BB0D7-512C-467E-B236-59BED8270634}" dt="2025-12-12T03:09:40.506" v="7535" actId="478"/>
          <ac:cxnSpMkLst>
            <pc:docMk/>
            <pc:sldMk cId="3422921519" sldId="276"/>
            <ac:cxnSpMk id="12" creationId="{4CCF4E6C-B843-6633-63DE-C43B068EC9E4}"/>
          </ac:cxnSpMkLst>
        </pc:cxnChg>
        <pc:cxnChg chg="del">
          <ac:chgData name="Franck Ivan Ouambo Simo" userId="e4f2ee211b0e6b06" providerId="LiveId" clId="{964BB0D7-512C-467E-B236-59BED8270634}" dt="2025-12-12T03:09:40.506" v="7535" actId="478"/>
          <ac:cxnSpMkLst>
            <pc:docMk/>
            <pc:sldMk cId="3422921519" sldId="276"/>
            <ac:cxnSpMk id="24" creationId="{F9262FEB-70BA-BB67-CC9E-8995F5FD194E}"/>
          </ac:cxnSpMkLst>
        </pc:cxnChg>
        <pc:cxnChg chg="del">
          <ac:chgData name="Franck Ivan Ouambo Simo" userId="e4f2ee211b0e6b06" providerId="LiveId" clId="{964BB0D7-512C-467E-B236-59BED8270634}" dt="2025-12-12T03:09:40.506" v="7535" actId="478"/>
          <ac:cxnSpMkLst>
            <pc:docMk/>
            <pc:sldMk cId="3422921519" sldId="276"/>
            <ac:cxnSpMk id="27" creationId="{E62DAA13-BCCC-A210-FAEC-07477BC01BF3}"/>
          </ac:cxnSpMkLst>
        </pc:cxnChg>
        <pc:cxnChg chg="del">
          <ac:chgData name="Franck Ivan Ouambo Simo" userId="e4f2ee211b0e6b06" providerId="LiveId" clId="{964BB0D7-512C-467E-B236-59BED8270634}" dt="2025-12-12T03:09:40.506" v="7535" actId="478"/>
          <ac:cxnSpMkLst>
            <pc:docMk/>
            <pc:sldMk cId="3422921519" sldId="276"/>
            <ac:cxnSpMk id="37" creationId="{80F4B04A-D724-7A7B-F285-7BFFDFC0C766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7C8752-519A-445A-BE97-D29C8E45EC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E85C545-78A4-4B03-A12A-C7F13C9BC18E}">
      <dgm:prSet/>
      <dgm:spPr/>
      <dgm:t>
        <a:bodyPr/>
        <a:lstStyle/>
        <a:p>
          <a:r>
            <a:rPr lang="en-US" dirty="0"/>
            <a:t>Recap</a:t>
          </a:r>
        </a:p>
      </dgm:t>
    </dgm:pt>
    <dgm:pt modelId="{C5B9E0B9-CF03-4387-B620-03396C0522A2}" type="parTrans" cxnId="{A12BF272-EAB6-41BA-8FCD-2AC372F9EFBE}">
      <dgm:prSet/>
      <dgm:spPr/>
      <dgm:t>
        <a:bodyPr/>
        <a:lstStyle/>
        <a:p>
          <a:endParaRPr lang="en-US"/>
        </a:p>
      </dgm:t>
    </dgm:pt>
    <dgm:pt modelId="{D2ADA3D7-4DF5-4F2D-B4F9-76CB3FBB5E84}" type="sibTrans" cxnId="{A12BF272-EAB6-41BA-8FCD-2AC372F9EFBE}">
      <dgm:prSet/>
      <dgm:spPr/>
      <dgm:t>
        <a:bodyPr/>
        <a:lstStyle/>
        <a:p>
          <a:endParaRPr lang="en-US"/>
        </a:p>
      </dgm:t>
    </dgm:pt>
    <dgm:pt modelId="{2B61B2D3-FC89-430B-84DF-C390A1DAE113}">
      <dgm:prSet/>
      <dgm:spPr/>
      <dgm:t>
        <a:bodyPr/>
        <a:lstStyle/>
        <a:p>
          <a:r>
            <a:rPr lang="en-US" dirty="0"/>
            <a:t>Cross Validation</a:t>
          </a:r>
        </a:p>
      </dgm:t>
    </dgm:pt>
    <dgm:pt modelId="{B272FD87-06C2-49D2-898F-1E7546F0EDFF}" type="parTrans" cxnId="{E960D0A8-73B8-45D5-8C69-827123B6968C}">
      <dgm:prSet/>
      <dgm:spPr/>
      <dgm:t>
        <a:bodyPr/>
        <a:lstStyle/>
        <a:p>
          <a:endParaRPr lang="en-US"/>
        </a:p>
      </dgm:t>
    </dgm:pt>
    <dgm:pt modelId="{7918140D-417C-469A-9E6C-6A1B2161D023}" type="sibTrans" cxnId="{E960D0A8-73B8-45D5-8C69-827123B6968C}">
      <dgm:prSet/>
      <dgm:spPr/>
      <dgm:t>
        <a:bodyPr/>
        <a:lstStyle/>
        <a:p>
          <a:endParaRPr lang="en-US"/>
        </a:p>
      </dgm:t>
    </dgm:pt>
    <dgm:pt modelId="{41DDEC6E-4022-4966-8CE2-70E425D3EFC4}">
      <dgm:prSet/>
      <dgm:spPr/>
      <dgm:t>
        <a:bodyPr/>
        <a:lstStyle/>
        <a:p>
          <a:r>
            <a:rPr lang="en-US" dirty="0"/>
            <a:t>Introduction</a:t>
          </a:r>
        </a:p>
      </dgm:t>
    </dgm:pt>
    <dgm:pt modelId="{FBC60787-733B-4EE8-BF9D-5A0C3DFCB169}" type="parTrans" cxnId="{44E77D6D-C9F9-4EC0-986C-4F33E32B9417}">
      <dgm:prSet/>
      <dgm:spPr/>
      <dgm:t>
        <a:bodyPr/>
        <a:lstStyle/>
        <a:p>
          <a:endParaRPr lang="en-US"/>
        </a:p>
      </dgm:t>
    </dgm:pt>
    <dgm:pt modelId="{C0935764-3C2C-44D9-9D36-26DF5DF23921}" type="sibTrans" cxnId="{44E77D6D-C9F9-4EC0-986C-4F33E32B9417}">
      <dgm:prSet/>
      <dgm:spPr/>
      <dgm:t>
        <a:bodyPr/>
        <a:lstStyle/>
        <a:p>
          <a:endParaRPr lang="en-US"/>
        </a:p>
      </dgm:t>
    </dgm:pt>
    <dgm:pt modelId="{2F325B3A-CEB4-464A-BC7A-65FAA06C0608}">
      <dgm:prSet/>
      <dgm:spPr/>
      <dgm:t>
        <a:bodyPr/>
        <a:lstStyle/>
        <a:p>
          <a:r>
            <a:rPr lang="en-US" dirty="0"/>
            <a:t>Dataset/Problem Statement</a:t>
          </a:r>
        </a:p>
      </dgm:t>
    </dgm:pt>
    <dgm:pt modelId="{B9D1E6FB-24F5-455B-82D7-49C517E0BF5E}" type="parTrans" cxnId="{5FCAC6FC-1014-462F-BA47-1E19C9FABDB2}">
      <dgm:prSet/>
      <dgm:spPr/>
      <dgm:t>
        <a:bodyPr/>
        <a:lstStyle/>
        <a:p>
          <a:endParaRPr lang="en-US"/>
        </a:p>
      </dgm:t>
    </dgm:pt>
    <dgm:pt modelId="{D5D7CF71-6853-4090-B56E-01477FED00FB}" type="sibTrans" cxnId="{5FCAC6FC-1014-462F-BA47-1E19C9FABDB2}">
      <dgm:prSet/>
      <dgm:spPr/>
      <dgm:t>
        <a:bodyPr/>
        <a:lstStyle/>
        <a:p>
          <a:endParaRPr lang="en-US"/>
        </a:p>
      </dgm:t>
    </dgm:pt>
    <dgm:pt modelId="{E9BACAEE-A116-4E72-8F5F-5EC7F6BCCBCF}">
      <dgm:prSet/>
      <dgm:spPr/>
      <dgm:t>
        <a:bodyPr/>
        <a:lstStyle/>
        <a:p>
          <a:r>
            <a:rPr lang="en-US" dirty="0"/>
            <a:t>EDA and Preprocessing</a:t>
          </a:r>
        </a:p>
      </dgm:t>
    </dgm:pt>
    <dgm:pt modelId="{933DC152-C1A6-4A0F-B6F2-96A0FC13CCB3}" type="parTrans" cxnId="{D1D04119-B86A-43A0-B9FD-4BFAAF78BCD5}">
      <dgm:prSet/>
      <dgm:spPr/>
      <dgm:t>
        <a:bodyPr/>
        <a:lstStyle/>
        <a:p>
          <a:endParaRPr lang="en-US"/>
        </a:p>
      </dgm:t>
    </dgm:pt>
    <dgm:pt modelId="{BDE552CC-F8F8-4FC8-9484-1385482CD1EB}" type="sibTrans" cxnId="{D1D04119-B86A-43A0-B9FD-4BFAAF78BCD5}">
      <dgm:prSet/>
      <dgm:spPr/>
      <dgm:t>
        <a:bodyPr/>
        <a:lstStyle/>
        <a:p>
          <a:endParaRPr lang="en-US"/>
        </a:p>
      </dgm:t>
    </dgm:pt>
    <dgm:pt modelId="{985E92BC-6DE4-4BE2-B08C-BB48B76AF3BC}">
      <dgm:prSet/>
      <dgm:spPr/>
      <dgm:t>
        <a:bodyPr/>
        <a:lstStyle/>
        <a:p>
          <a:r>
            <a:rPr lang="en-US" dirty="0"/>
            <a:t>Splitting/CV</a:t>
          </a:r>
        </a:p>
      </dgm:t>
    </dgm:pt>
    <dgm:pt modelId="{CB6EB5AF-E827-4867-9EB4-949C481C6108}" type="parTrans" cxnId="{CF874608-BE4B-4689-9236-07B563867340}">
      <dgm:prSet/>
      <dgm:spPr/>
      <dgm:t>
        <a:bodyPr/>
        <a:lstStyle/>
        <a:p>
          <a:endParaRPr lang="en-US"/>
        </a:p>
      </dgm:t>
    </dgm:pt>
    <dgm:pt modelId="{6E647F62-50F9-4F2A-9471-E593C6AAC770}" type="sibTrans" cxnId="{CF874608-BE4B-4689-9236-07B563867340}">
      <dgm:prSet/>
      <dgm:spPr/>
      <dgm:t>
        <a:bodyPr/>
        <a:lstStyle/>
        <a:p>
          <a:endParaRPr lang="en-US"/>
        </a:p>
      </dgm:t>
    </dgm:pt>
    <dgm:pt modelId="{DCAA69B2-45ED-469C-8C45-9529BD955F32}">
      <dgm:prSet/>
      <dgm:spPr/>
      <dgm:t>
        <a:bodyPr/>
        <a:lstStyle/>
        <a:p>
          <a:r>
            <a:rPr lang="en-US" dirty="0"/>
            <a:t>Algorithms/ Parameters</a:t>
          </a:r>
        </a:p>
      </dgm:t>
    </dgm:pt>
    <dgm:pt modelId="{981E4DC4-4048-4083-8F98-60FEC0222835}" type="parTrans" cxnId="{9E2257CF-56A3-4772-B412-3867B51A38E5}">
      <dgm:prSet/>
      <dgm:spPr/>
      <dgm:t>
        <a:bodyPr/>
        <a:lstStyle/>
        <a:p>
          <a:endParaRPr lang="en-US"/>
        </a:p>
      </dgm:t>
    </dgm:pt>
    <dgm:pt modelId="{A42AE8D8-4734-4BAD-8C5C-6CFC3F9E1F93}" type="sibTrans" cxnId="{9E2257CF-56A3-4772-B412-3867B51A38E5}">
      <dgm:prSet/>
      <dgm:spPr/>
      <dgm:t>
        <a:bodyPr/>
        <a:lstStyle/>
        <a:p>
          <a:endParaRPr lang="en-US"/>
        </a:p>
      </dgm:t>
    </dgm:pt>
    <dgm:pt modelId="{9125F541-F7EE-4D37-8703-E4FA65C61D69}">
      <dgm:prSet/>
      <dgm:spPr/>
      <dgm:t>
        <a:bodyPr/>
        <a:lstStyle/>
        <a:p>
          <a:r>
            <a:rPr lang="en-US"/>
            <a:t>Results</a:t>
          </a:r>
          <a:endParaRPr lang="en-US" dirty="0"/>
        </a:p>
      </dgm:t>
    </dgm:pt>
    <dgm:pt modelId="{407D5321-3EB9-42C3-949B-44388C305FC7}" type="parTrans" cxnId="{0B6864A5-C581-4A82-8888-5519354FF452}">
      <dgm:prSet/>
      <dgm:spPr/>
      <dgm:t>
        <a:bodyPr/>
        <a:lstStyle/>
        <a:p>
          <a:endParaRPr lang="en-US"/>
        </a:p>
      </dgm:t>
    </dgm:pt>
    <dgm:pt modelId="{C2B286E6-579B-4186-8482-80A52003BEFE}" type="sibTrans" cxnId="{0B6864A5-C581-4A82-8888-5519354FF452}">
      <dgm:prSet/>
      <dgm:spPr/>
      <dgm:t>
        <a:bodyPr/>
        <a:lstStyle/>
        <a:p>
          <a:endParaRPr lang="en-US"/>
        </a:p>
      </dgm:t>
    </dgm:pt>
    <dgm:pt modelId="{8A116AEE-A7FC-45DD-B57D-F58D86EF02ED}">
      <dgm:prSet/>
      <dgm:spPr/>
      <dgm:t>
        <a:bodyPr/>
        <a:lstStyle/>
        <a:p>
          <a:r>
            <a:rPr lang="en-US" dirty="0"/>
            <a:t>Score(RMSE)/Baseline</a:t>
          </a:r>
        </a:p>
      </dgm:t>
    </dgm:pt>
    <dgm:pt modelId="{0B0D1AB1-97D7-4EB5-8AA4-B56E250081C6}" type="parTrans" cxnId="{E0B673DA-AC13-406B-B2E9-8FD38DB0F4D3}">
      <dgm:prSet/>
      <dgm:spPr/>
      <dgm:t>
        <a:bodyPr/>
        <a:lstStyle/>
        <a:p>
          <a:endParaRPr lang="en-US"/>
        </a:p>
      </dgm:t>
    </dgm:pt>
    <dgm:pt modelId="{E85DE457-6DB1-4196-A562-262BF122A65D}" type="sibTrans" cxnId="{E0B673DA-AC13-406B-B2E9-8FD38DB0F4D3}">
      <dgm:prSet/>
      <dgm:spPr/>
      <dgm:t>
        <a:bodyPr/>
        <a:lstStyle/>
        <a:p>
          <a:endParaRPr lang="en-US"/>
        </a:p>
      </dgm:t>
    </dgm:pt>
    <dgm:pt modelId="{E4755A5B-7F05-4F12-9463-73E0CA80D7A0}">
      <dgm:prSet/>
      <dgm:spPr/>
      <dgm:t>
        <a:bodyPr/>
        <a:lstStyle/>
        <a:p>
          <a:r>
            <a:rPr lang="en-US" dirty="0"/>
            <a:t>Model Inspection</a:t>
          </a:r>
        </a:p>
      </dgm:t>
    </dgm:pt>
    <dgm:pt modelId="{F5F46D2F-3662-4248-A413-ACFCE4F5F07B}" type="parTrans" cxnId="{3EF05F33-DEC8-4B1A-990A-A6B59396DAC6}">
      <dgm:prSet/>
      <dgm:spPr/>
      <dgm:t>
        <a:bodyPr/>
        <a:lstStyle/>
        <a:p>
          <a:endParaRPr lang="en-US"/>
        </a:p>
      </dgm:t>
    </dgm:pt>
    <dgm:pt modelId="{CCB6800D-AE9F-4EB4-AB66-61E60B7142A3}" type="sibTrans" cxnId="{3EF05F33-DEC8-4B1A-990A-A6B59396DAC6}">
      <dgm:prSet/>
      <dgm:spPr/>
      <dgm:t>
        <a:bodyPr/>
        <a:lstStyle/>
        <a:p>
          <a:endParaRPr lang="en-US"/>
        </a:p>
      </dgm:t>
    </dgm:pt>
    <dgm:pt modelId="{7924C3F1-47D6-4D40-9763-661EFCE1941C}">
      <dgm:prSet/>
      <dgm:spPr/>
      <dgm:t>
        <a:bodyPr/>
        <a:lstStyle/>
        <a:p>
          <a:r>
            <a:rPr lang="en-US" dirty="0"/>
            <a:t>Model Interpretation</a:t>
          </a:r>
        </a:p>
      </dgm:t>
    </dgm:pt>
    <dgm:pt modelId="{DD1335C5-69DE-48FB-AB62-843961FFEBC8}" type="parTrans" cxnId="{4D26E5CC-141A-4218-B15B-F382D42F9EEC}">
      <dgm:prSet/>
      <dgm:spPr/>
      <dgm:t>
        <a:bodyPr/>
        <a:lstStyle/>
        <a:p>
          <a:endParaRPr lang="en-US"/>
        </a:p>
      </dgm:t>
    </dgm:pt>
    <dgm:pt modelId="{83542B1A-E435-41EB-9F30-AD7E2F92D30C}" type="sibTrans" cxnId="{4D26E5CC-141A-4218-B15B-F382D42F9EEC}">
      <dgm:prSet/>
      <dgm:spPr/>
      <dgm:t>
        <a:bodyPr/>
        <a:lstStyle/>
        <a:p>
          <a:endParaRPr lang="en-US"/>
        </a:p>
      </dgm:t>
    </dgm:pt>
    <dgm:pt modelId="{59B7F3AC-72E3-4BD3-8EDA-6F4C9E33A1C3}">
      <dgm:prSet/>
      <dgm:spPr/>
      <dgm:t>
        <a:bodyPr/>
        <a:lstStyle/>
        <a:p>
          <a:r>
            <a:rPr lang="en-US" dirty="0"/>
            <a:t>Steps</a:t>
          </a:r>
        </a:p>
      </dgm:t>
    </dgm:pt>
    <dgm:pt modelId="{D1B41DBD-20D0-4921-A09A-1136DA2D7E14}" type="parTrans" cxnId="{43B86B94-56D8-43CB-BDC2-73A6AFAB1F7F}">
      <dgm:prSet/>
      <dgm:spPr/>
      <dgm:t>
        <a:bodyPr/>
        <a:lstStyle/>
        <a:p>
          <a:endParaRPr lang="en-US"/>
        </a:p>
      </dgm:t>
    </dgm:pt>
    <dgm:pt modelId="{6C5D2283-43AE-404A-8E0E-4CF789999A04}" type="sibTrans" cxnId="{43B86B94-56D8-43CB-BDC2-73A6AFAB1F7F}">
      <dgm:prSet/>
      <dgm:spPr/>
      <dgm:t>
        <a:bodyPr/>
        <a:lstStyle/>
        <a:p>
          <a:endParaRPr lang="en-US"/>
        </a:p>
      </dgm:t>
    </dgm:pt>
    <dgm:pt modelId="{E02D0EEA-4243-4D5C-9108-12D7507A4D7A}">
      <dgm:prSet/>
      <dgm:spPr/>
      <dgm:t>
        <a:bodyPr/>
        <a:lstStyle/>
        <a:p>
          <a:r>
            <a:rPr lang="en-US" dirty="0"/>
            <a:t>Outlook</a:t>
          </a:r>
        </a:p>
      </dgm:t>
    </dgm:pt>
    <dgm:pt modelId="{5FBF9395-3E0E-4CA1-9DB1-2E8DE9E326AD}" type="parTrans" cxnId="{CFF06BDE-89B3-4557-A366-8CD92703AED6}">
      <dgm:prSet/>
      <dgm:spPr/>
      <dgm:t>
        <a:bodyPr/>
        <a:lstStyle/>
        <a:p>
          <a:endParaRPr lang="en-US"/>
        </a:p>
      </dgm:t>
    </dgm:pt>
    <dgm:pt modelId="{4C366E26-7D72-4897-B363-EA91651F84F7}" type="sibTrans" cxnId="{CFF06BDE-89B3-4557-A366-8CD92703AED6}">
      <dgm:prSet/>
      <dgm:spPr/>
      <dgm:t>
        <a:bodyPr/>
        <a:lstStyle/>
        <a:p>
          <a:endParaRPr lang="en-US"/>
        </a:p>
      </dgm:t>
    </dgm:pt>
    <dgm:pt modelId="{24EEE733-CD7E-4992-8AB3-A1136A9FA88B}">
      <dgm:prSet/>
      <dgm:spPr/>
      <dgm:t>
        <a:bodyPr/>
        <a:lstStyle/>
        <a:p>
          <a:r>
            <a:rPr lang="en-US" dirty="0"/>
            <a:t>Predictive </a:t>
          </a:r>
          <a:r>
            <a:rPr lang="en-US"/>
            <a:t>Power Improvement</a:t>
          </a:r>
          <a:endParaRPr lang="en-US" dirty="0"/>
        </a:p>
      </dgm:t>
    </dgm:pt>
    <dgm:pt modelId="{958230EA-AF7F-4AD8-B1A1-4E6E49CD4932}" type="parTrans" cxnId="{2EF7DC21-28B6-4E92-BBC6-010AB6838023}">
      <dgm:prSet/>
      <dgm:spPr/>
      <dgm:t>
        <a:bodyPr/>
        <a:lstStyle/>
        <a:p>
          <a:endParaRPr lang="en-US"/>
        </a:p>
      </dgm:t>
    </dgm:pt>
    <dgm:pt modelId="{E1D0B65C-4214-4894-A593-EA9A0978BF8F}" type="sibTrans" cxnId="{2EF7DC21-28B6-4E92-BBC6-010AB6838023}">
      <dgm:prSet/>
      <dgm:spPr/>
      <dgm:t>
        <a:bodyPr/>
        <a:lstStyle/>
        <a:p>
          <a:endParaRPr lang="en-US"/>
        </a:p>
      </dgm:t>
    </dgm:pt>
    <dgm:pt modelId="{98B3B7AD-F204-44C2-B364-3273047DCEB2}" type="pres">
      <dgm:prSet presAssocID="{EC7C8752-519A-445A-BE97-D29C8E45EC0F}" presName="linear" presStyleCnt="0">
        <dgm:presLayoutVars>
          <dgm:animLvl val="lvl"/>
          <dgm:resizeHandles val="exact"/>
        </dgm:presLayoutVars>
      </dgm:prSet>
      <dgm:spPr/>
    </dgm:pt>
    <dgm:pt modelId="{13B29974-706C-44EC-B079-2D28E922AB6E}" type="pres">
      <dgm:prSet presAssocID="{2E85C545-78A4-4B03-A12A-C7F13C9BC1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74FDCD-697A-425B-8703-A5AADB486D4F}" type="pres">
      <dgm:prSet presAssocID="{2E85C545-78A4-4B03-A12A-C7F13C9BC18E}" presName="childText" presStyleLbl="revTx" presStyleIdx="0" presStyleCnt="4">
        <dgm:presLayoutVars>
          <dgm:bulletEnabled val="1"/>
        </dgm:presLayoutVars>
      </dgm:prSet>
      <dgm:spPr/>
    </dgm:pt>
    <dgm:pt modelId="{69CF0C8F-3610-4269-8FDD-AE8B0885CD9F}" type="pres">
      <dgm:prSet presAssocID="{2B61B2D3-FC89-430B-84DF-C390A1DAE1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DF18EB-3603-45A1-B03C-2DB237DB13D0}" type="pres">
      <dgm:prSet presAssocID="{2B61B2D3-FC89-430B-84DF-C390A1DAE113}" presName="childText" presStyleLbl="revTx" presStyleIdx="1" presStyleCnt="4">
        <dgm:presLayoutVars>
          <dgm:bulletEnabled val="1"/>
        </dgm:presLayoutVars>
      </dgm:prSet>
      <dgm:spPr/>
    </dgm:pt>
    <dgm:pt modelId="{F0A3C657-1FB2-4FBA-B7C6-EDE3146F1DF1}" type="pres">
      <dgm:prSet presAssocID="{9125F541-F7EE-4D37-8703-E4FA65C61D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74B30F-9633-49F1-8D0C-C6B9BFB6BC1D}" type="pres">
      <dgm:prSet presAssocID="{9125F541-F7EE-4D37-8703-E4FA65C61D69}" presName="childText" presStyleLbl="revTx" presStyleIdx="2" presStyleCnt="4">
        <dgm:presLayoutVars>
          <dgm:bulletEnabled val="1"/>
        </dgm:presLayoutVars>
      </dgm:prSet>
      <dgm:spPr/>
    </dgm:pt>
    <dgm:pt modelId="{FFECDA23-CE64-46E3-B8A8-161442BD16D5}" type="pres">
      <dgm:prSet presAssocID="{E02D0EEA-4243-4D5C-9108-12D7507A4D7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9725A83-7659-4156-B923-5E3EAAAB5E01}" type="pres">
      <dgm:prSet presAssocID="{E02D0EEA-4243-4D5C-9108-12D7507A4D7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F874608-BE4B-4689-9236-07B563867340}" srcId="{2B61B2D3-FC89-430B-84DF-C390A1DAE113}" destId="{985E92BC-6DE4-4BE2-B08C-BB48B76AF3BC}" srcOrd="0" destOrd="0" parTransId="{CB6EB5AF-E827-4867-9EB4-949C481C6108}" sibTransId="{6E647F62-50F9-4F2A-9471-E593C6AAC770}"/>
    <dgm:cxn modelId="{D1D04119-B86A-43A0-B9FD-4BFAAF78BCD5}" srcId="{2E85C545-78A4-4B03-A12A-C7F13C9BC18E}" destId="{E9BACAEE-A116-4E72-8F5F-5EC7F6BCCBCF}" srcOrd="1" destOrd="0" parTransId="{933DC152-C1A6-4A0F-B6F2-96A0FC13CCB3}" sibTransId="{BDE552CC-F8F8-4FC8-9484-1385482CD1EB}"/>
    <dgm:cxn modelId="{C4D4DA1C-092F-405B-B0EA-2B788B202E76}" type="presOf" srcId="{59B7F3AC-72E3-4BD3-8EDA-6F4C9E33A1C3}" destId="{6674B30F-9633-49F1-8D0C-C6B9BFB6BC1D}" srcOrd="0" destOrd="3" presId="urn:microsoft.com/office/officeart/2005/8/layout/vList2"/>
    <dgm:cxn modelId="{5974271F-03A0-4015-B387-785B188AC952}" type="presOf" srcId="{E9BACAEE-A116-4E72-8F5F-5EC7F6BCCBCF}" destId="{5D74FDCD-697A-425B-8703-A5AADB486D4F}" srcOrd="0" destOrd="2" presId="urn:microsoft.com/office/officeart/2005/8/layout/vList2"/>
    <dgm:cxn modelId="{2EF7DC21-28B6-4E92-BBC6-010AB6838023}" srcId="{E02D0EEA-4243-4D5C-9108-12D7507A4D7A}" destId="{24EEE733-CD7E-4992-8AB3-A1136A9FA88B}" srcOrd="0" destOrd="0" parTransId="{958230EA-AF7F-4AD8-B1A1-4E6E49CD4932}" sibTransId="{E1D0B65C-4214-4894-A593-EA9A0978BF8F}"/>
    <dgm:cxn modelId="{3EF05F33-DEC8-4B1A-990A-A6B59396DAC6}" srcId="{9125F541-F7EE-4D37-8703-E4FA65C61D69}" destId="{E4755A5B-7F05-4F12-9463-73E0CA80D7A0}" srcOrd="1" destOrd="0" parTransId="{F5F46D2F-3662-4248-A413-ACFCE4F5F07B}" sibTransId="{CCB6800D-AE9F-4EB4-AB66-61E60B7142A3}"/>
    <dgm:cxn modelId="{403BF433-A636-471C-8BCD-7C84131115FE}" type="presOf" srcId="{985E92BC-6DE4-4BE2-B08C-BB48B76AF3BC}" destId="{FFDF18EB-3603-45A1-B03C-2DB237DB13D0}" srcOrd="0" destOrd="0" presId="urn:microsoft.com/office/officeart/2005/8/layout/vList2"/>
    <dgm:cxn modelId="{359EE434-5BAB-4F3F-B28F-D70DE0B10112}" type="presOf" srcId="{7924C3F1-47D6-4D40-9763-661EFCE1941C}" destId="{6674B30F-9633-49F1-8D0C-C6B9BFB6BC1D}" srcOrd="0" destOrd="2" presId="urn:microsoft.com/office/officeart/2005/8/layout/vList2"/>
    <dgm:cxn modelId="{79574965-9E82-4D9E-918F-5314DBD960AB}" type="presOf" srcId="{E02D0EEA-4243-4D5C-9108-12D7507A4D7A}" destId="{FFECDA23-CE64-46E3-B8A8-161442BD16D5}" srcOrd="0" destOrd="0" presId="urn:microsoft.com/office/officeart/2005/8/layout/vList2"/>
    <dgm:cxn modelId="{44E77D6D-C9F9-4EC0-986C-4F33E32B9417}" srcId="{2E85C545-78A4-4B03-A12A-C7F13C9BC18E}" destId="{41DDEC6E-4022-4966-8CE2-70E425D3EFC4}" srcOrd="0" destOrd="0" parTransId="{FBC60787-733B-4EE8-BF9D-5A0C3DFCB169}" sibTransId="{C0935764-3C2C-44D9-9D36-26DF5DF23921}"/>
    <dgm:cxn modelId="{0B66D16F-F845-41C1-9E93-B803DBE6BCE5}" type="presOf" srcId="{2B61B2D3-FC89-430B-84DF-C390A1DAE113}" destId="{69CF0C8F-3610-4269-8FDD-AE8B0885CD9F}" srcOrd="0" destOrd="0" presId="urn:microsoft.com/office/officeart/2005/8/layout/vList2"/>
    <dgm:cxn modelId="{1A821651-C4C9-454D-8DE9-12EEBCBEE407}" type="presOf" srcId="{EC7C8752-519A-445A-BE97-D29C8E45EC0F}" destId="{98B3B7AD-F204-44C2-B364-3273047DCEB2}" srcOrd="0" destOrd="0" presId="urn:microsoft.com/office/officeart/2005/8/layout/vList2"/>
    <dgm:cxn modelId="{1731D252-9018-4AC0-A6F6-0FB5B4A5E87C}" type="presOf" srcId="{9125F541-F7EE-4D37-8703-E4FA65C61D69}" destId="{F0A3C657-1FB2-4FBA-B7C6-EDE3146F1DF1}" srcOrd="0" destOrd="0" presId="urn:microsoft.com/office/officeart/2005/8/layout/vList2"/>
    <dgm:cxn modelId="{A12BF272-EAB6-41BA-8FCD-2AC372F9EFBE}" srcId="{EC7C8752-519A-445A-BE97-D29C8E45EC0F}" destId="{2E85C545-78A4-4B03-A12A-C7F13C9BC18E}" srcOrd="0" destOrd="0" parTransId="{C5B9E0B9-CF03-4387-B620-03396C0522A2}" sibTransId="{D2ADA3D7-4DF5-4F2D-B4F9-76CB3FBB5E84}"/>
    <dgm:cxn modelId="{DF4F648B-B169-4E1F-B086-7C9081CAD96C}" type="presOf" srcId="{24EEE733-CD7E-4992-8AB3-A1136A9FA88B}" destId="{49725A83-7659-4156-B923-5E3EAAAB5E01}" srcOrd="0" destOrd="0" presId="urn:microsoft.com/office/officeart/2005/8/layout/vList2"/>
    <dgm:cxn modelId="{43B86B94-56D8-43CB-BDC2-73A6AFAB1F7F}" srcId="{7924C3F1-47D6-4D40-9763-661EFCE1941C}" destId="{59B7F3AC-72E3-4BD3-8EDA-6F4C9E33A1C3}" srcOrd="0" destOrd="0" parTransId="{D1B41DBD-20D0-4921-A09A-1136DA2D7E14}" sibTransId="{6C5D2283-43AE-404A-8E0E-4CF789999A04}"/>
    <dgm:cxn modelId="{F88E8D9C-E868-4AC5-B7BE-C3B0DF22797A}" type="presOf" srcId="{E4755A5B-7F05-4F12-9463-73E0CA80D7A0}" destId="{6674B30F-9633-49F1-8D0C-C6B9BFB6BC1D}" srcOrd="0" destOrd="1" presId="urn:microsoft.com/office/officeart/2005/8/layout/vList2"/>
    <dgm:cxn modelId="{0B6864A5-C581-4A82-8888-5519354FF452}" srcId="{EC7C8752-519A-445A-BE97-D29C8E45EC0F}" destId="{9125F541-F7EE-4D37-8703-E4FA65C61D69}" srcOrd="2" destOrd="0" parTransId="{407D5321-3EB9-42C3-949B-44388C305FC7}" sibTransId="{C2B286E6-579B-4186-8482-80A52003BEFE}"/>
    <dgm:cxn modelId="{51C7AAA7-9F61-4A4C-BCAD-3170402D7E63}" type="presOf" srcId="{8A116AEE-A7FC-45DD-B57D-F58D86EF02ED}" destId="{6674B30F-9633-49F1-8D0C-C6B9BFB6BC1D}" srcOrd="0" destOrd="0" presId="urn:microsoft.com/office/officeart/2005/8/layout/vList2"/>
    <dgm:cxn modelId="{9CC303A8-27EA-454F-909C-2EE3070FEB78}" type="presOf" srcId="{41DDEC6E-4022-4966-8CE2-70E425D3EFC4}" destId="{5D74FDCD-697A-425B-8703-A5AADB486D4F}" srcOrd="0" destOrd="0" presId="urn:microsoft.com/office/officeart/2005/8/layout/vList2"/>
    <dgm:cxn modelId="{E960D0A8-73B8-45D5-8C69-827123B6968C}" srcId="{EC7C8752-519A-445A-BE97-D29C8E45EC0F}" destId="{2B61B2D3-FC89-430B-84DF-C390A1DAE113}" srcOrd="1" destOrd="0" parTransId="{B272FD87-06C2-49D2-898F-1E7546F0EDFF}" sibTransId="{7918140D-417C-469A-9E6C-6A1B2161D023}"/>
    <dgm:cxn modelId="{C5C733B3-5A66-4BFF-B093-F2F96A197387}" type="presOf" srcId="{2E85C545-78A4-4B03-A12A-C7F13C9BC18E}" destId="{13B29974-706C-44EC-B079-2D28E922AB6E}" srcOrd="0" destOrd="0" presId="urn:microsoft.com/office/officeart/2005/8/layout/vList2"/>
    <dgm:cxn modelId="{A0B444CA-A508-4358-B613-20890700BC5B}" type="presOf" srcId="{DCAA69B2-45ED-469C-8C45-9529BD955F32}" destId="{FFDF18EB-3603-45A1-B03C-2DB237DB13D0}" srcOrd="0" destOrd="1" presId="urn:microsoft.com/office/officeart/2005/8/layout/vList2"/>
    <dgm:cxn modelId="{4D26E5CC-141A-4218-B15B-F382D42F9EEC}" srcId="{9125F541-F7EE-4D37-8703-E4FA65C61D69}" destId="{7924C3F1-47D6-4D40-9763-661EFCE1941C}" srcOrd="2" destOrd="0" parTransId="{DD1335C5-69DE-48FB-AB62-843961FFEBC8}" sibTransId="{83542B1A-E435-41EB-9F30-AD7E2F92D30C}"/>
    <dgm:cxn modelId="{9E2257CF-56A3-4772-B412-3867B51A38E5}" srcId="{2B61B2D3-FC89-430B-84DF-C390A1DAE113}" destId="{DCAA69B2-45ED-469C-8C45-9529BD955F32}" srcOrd="1" destOrd="0" parTransId="{981E4DC4-4048-4083-8F98-60FEC0222835}" sibTransId="{A42AE8D8-4734-4BAD-8C5C-6CFC3F9E1F93}"/>
    <dgm:cxn modelId="{E0B673DA-AC13-406B-B2E9-8FD38DB0F4D3}" srcId="{9125F541-F7EE-4D37-8703-E4FA65C61D69}" destId="{8A116AEE-A7FC-45DD-B57D-F58D86EF02ED}" srcOrd="0" destOrd="0" parTransId="{0B0D1AB1-97D7-4EB5-8AA4-B56E250081C6}" sibTransId="{E85DE457-6DB1-4196-A562-262BF122A65D}"/>
    <dgm:cxn modelId="{CFF06BDE-89B3-4557-A366-8CD92703AED6}" srcId="{EC7C8752-519A-445A-BE97-D29C8E45EC0F}" destId="{E02D0EEA-4243-4D5C-9108-12D7507A4D7A}" srcOrd="3" destOrd="0" parTransId="{5FBF9395-3E0E-4CA1-9DB1-2E8DE9E326AD}" sibTransId="{4C366E26-7D72-4897-B363-EA91651F84F7}"/>
    <dgm:cxn modelId="{DC66C4F4-9DDB-47C0-8C3B-8BF2026F3E5D}" type="presOf" srcId="{2F325B3A-CEB4-464A-BC7A-65FAA06C0608}" destId="{5D74FDCD-697A-425B-8703-A5AADB486D4F}" srcOrd="0" destOrd="1" presId="urn:microsoft.com/office/officeart/2005/8/layout/vList2"/>
    <dgm:cxn modelId="{5FCAC6FC-1014-462F-BA47-1E19C9FABDB2}" srcId="{41DDEC6E-4022-4966-8CE2-70E425D3EFC4}" destId="{2F325B3A-CEB4-464A-BC7A-65FAA06C0608}" srcOrd="0" destOrd="0" parTransId="{B9D1E6FB-24F5-455B-82D7-49C517E0BF5E}" sibTransId="{D5D7CF71-6853-4090-B56E-01477FED00FB}"/>
    <dgm:cxn modelId="{D4918214-C0E7-4199-8207-2A9F4015AC4F}" type="presParOf" srcId="{98B3B7AD-F204-44C2-B364-3273047DCEB2}" destId="{13B29974-706C-44EC-B079-2D28E922AB6E}" srcOrd="0" destOrd="0" presId="urn:microsoft.com/office/officeart/2005/8/layout/vList2"/>
    <dgm:cxn modelId="{EB297432-33D4-444F-BE5E-A132A0CA59D9}" type="presParOf" srcId="{98B3B7AD-F204-44C2-B364-3273047DCEB2}" destId="{5D74FDCD-697A-425B-8703-A5AADB486D4F}" srcOrd="1" destOrd="0" presId="urn:microsoft.com/office/officeart/2005/8/layout/vList2"/>
    <dgm:cxn modelId="{31A2FCCA-A68C-459D-AE26-7B1EEF03F1BF}" type="presParOf" srcId="{98B3B7AD-F204-44C2-B364-3273047DCEB2}" destId="{69CF0C8F-3610-4269-8FDD-AE8B0885CD9F}" srcOrd="2" destOrd="0" presId="urn:microsoft.com/office/officeart/2005/8/layout/vList2"/>
    <dgm:cxn modelId="{B13E2082-F4E1-49B2-AECD-3CB0EE61CBA8}" type="presParOf" srcId="{98B3B7AD-F204-44C2-B364-3273047DCEB2}" destId="{FFDF18EB-3603-45A1-B03C-2DB237DB13D0}" srcOrd="3" destOrd="0" presId="urn:microsoft.com/office/officeart/2005/8/layout/vList2"/>
    <dgm:cxn modelId="{44F75B2D-33EC-484D-B73F-63E3B51DEFE0}" type="presParOf" srcId="{98B3B7AD-F204-44C2-B364-3273047DCEB2}" destId="{F0A3C657-1FB2-4FBA-B7C6-EDE3146F1DF1}" srcOrd="4" destOrd="0" presId="urn:microsoft.com/office/officeart/2005/8/layout/vList2"/>
    <dgm:cxn modelId="{CDC7A2DC-833A-4DF3-A7E5-398DD65501AF}" type="presParOf" srcId="{98B3B7AD-F204-44C2-B364-3273047DCEB2}" destId="{6674B30F-9633-49F1-8D0C-C6B9BFB6BC1D}" srcOrd="5" destOrd="0" presId="urn:microsoft.com/office/officeart/2005/8/layout/vList2"/>
    <dgm:cxn modelId="{FD28B023-1D2A-4EB7-89F5-6F273028E988}" type="presParOf" srcId="{98B3B7AD-F204-44C2-B364-3273047DCEB2}" destId="{FFECDA23-CE64-46E3-B8A8-161442BD16D5}" srcOrd="6" destOrd="0" presId="urn:microsoft.com/office/officeart/2005/8/layout/vList2"/>
    <dgm:cxn modelId="{80569124-830A-49E4-ACBF-AD21100BFDEB}" type="presParOf" srcId="{98B3B7AD-F204-44C2-B364-3273047DCEB2}" destId="{49725A83-7659-4156-B923-5E3EAAAB5E0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29974-706C-44EC-B079-2D28E922AB6E}">
      <dsp:nvSpPr>
        <dsp:cNvPr id="0" name=""/>
        <dsp:cNvSpPr/>
      </dsp:nvSpPr>
      <dsp:spPr>
        <a:xfrm>
          <a:off x="0" y="148473"/>
          <a:ext cx="6790606" cy="407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Recap</a:t>
          </a:r>
        </a:p>
      </dsp:txBody>
      <dsp:txXfrm>
        <a:off x="19876" y="168349"/>
        <a:ext cx="6750854" cy="367407"/>
      </dsp:txXfrm>
    </dsp:sp>
    <dsp:sp modelId="{5D74FDCD-697A-425B-8703-A5AADB486D4F}">
      <dsp:nvSpPr>
        <dsp:cNvPr id="0" name=""/>
        <dsp:cNvSpPr/>
      </dsp:nvSpPr>
      <dsp:spPr>
        <a:xfrm>
          <a:off x="0" y="555633"/>
          <a:ext cx="6790606" cy="732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Introduction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Dataset/Problem Statement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EDA and Preprocessing</a:t>
          </a:r>
        </a:p>
      </dsp:txBody>
      <dsp:txXfrm>
        <a:off x="0" y="555633"/>
        <a:ext cx="6790606" cy="732780"/>
      </dsp:txXfrm>
    </dsp:sp>
    <dsp:sp modelId="{69CF0C8F-3610-4269-8FDD-AE8B0885CD9F}">
      <dsp:nvSpPr>
        <dsp:cNvPr id="0" name=""/>
        <dsp:cNvSpPr/>
      </dsp:nvSpPr>
      <dsp:spPr>
        <a:xfrm>
          <a:off x="0" y="1288413"/>
          <a:ext cx="6790606" cy="407159"/>
        </a:xfrm>
        <a:prstGeom prst="roundRect">
          <a:avLst/>
        </a:prstGeom>
        <a:solidFill>
          <a:schemeClr val="accent2">
            <a:hueOff val="-520360"/>
            <a:satOff val="16291"/>
            <a:lumOff val="-50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Cross Validation</a:t>
          </a:r>
        </a:p>
      </dsp:txBody>
      <dsp:txXfrm>
        <a:off x="19876" y="1308289"/>
        <a:ext cx="6750854" cy="367407"/>
      </dsp:txXfrm>
    </dsp:sp>
    <dsp:sp modelId="{FFDF18EB-3603-45A1-B03C-2DB237DB13D0}">
      <dsp:nvSpPr>
        <dsp:cNvPr id="0" name=""/>
        <dsp:cNvSpPr/>
      </dsp:nvSpPr>
      <dsp:spPr>
        <a:xfrm>
          <a:off x="0" y="1695573"/>
          <a:ext cx="6790606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Splitting/CV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Algorithms/ Parameters</a:t>
          </a:r>
        </a:p>
      </dsp:txBody>
      <dsp:txXfrm>
        <a:off x="0" y="1695573"/>
        <a:ext cx="6790606" cy="484380"/>
      </dsp:txXfrm>
    </dsp:sp>
    <dsp:sp modelId="{F0A3C657-1FB2-4FBA-B7C6-EDE3146F1DF1}">
      <dsp:nvSpPr>
        <dsp:cNvPr id="0" name=""/>
        <dsp:cNvSpPr/>
      </dsp:nvSpPr>
      <dsp:spPr>
        <a:xfrm>
          <a:off x="0" y="2179953"/>
          <a:ext cx="6790606" cy="407159"/>
        </a:xfrm>
        <a:prstGeom prst="roundRect">
          <a:avLst/>
        </a:prstGeom>
        <a:solidFill>
          <a:schemeClr val="accent2">
            <a:hueOff val="-1040720"/>
            <a:satOff val="32582"/>
            <a:lumOff val="-100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Results</a:t>
          </a:r>
          <a:endParaRPr lang="en-US" sz="1200" kern="1200" dirty="0"/>
        </a:p>
      </dsp:txBody>
      <dsp:txXfrm>
        <a:off x="19876" y="2199829"/>
        <a:ext cx="6750854" cy="367407"/>
      </dsp:txXfrm>
    </dsp:sp>
    <dsp:sp modelId="{6674B30F-9633-49F1-8D0C-C6B9BFB6BC1D}">
      <dsp:nvSpPr>
        <dsp:cNvPr id="0" name=""/>
        <dsp:cNvSpPr/>
      </dsp:nvSpPr>
      <dsp:spPr>
        <a:xfrm>
          <a:off x="0" y="2587113"/>
          <a:ext cx="6790606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Score(RMSE)/Baseline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Model Inspection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Model Interpretation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Steps</a:t>
          </a:r>
        </a:p>
      </dsp:txBody>
      <dsp:txXfrm>
        <a:off x="0" y="2587113"/>
        <a:ext cx="6790606" cy="993600"/>
      </dsp:txXfrm>
    </dsp:sp>
    <dsp:sp modelId="{FFECDA23-CE64-46E3-B8A8-161442BD16D5}">
      <dsp:nvSpPr>
        <dsp:cNvPr id="0" name=""/>
        <dsp:cNvSpPr/>
      </dsp:nvSpPr>
      <dsp:spPr>
        <a:xfrm>
          <a:off x="0" y="3580713"/>
          <a:ext cx="6790606" cy="407159"/>
        </a:xfrm>
        <a:prstGeom prst="roundRect">
          <a:avLst/>
        </a:prstGeom>
        <a:solidFill>
          <a:schemeClr val="accent2">
            <a:hueOff val="-1561080"/>
            <a:satOff val="48873"/>
            <a:lumOff val="-1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Outlook</a:t>
          </a:r>
        </a:p>
      </dsp:txBody>
      <dsp:txXfrm>
        <a:off x="19876" y="3600589"/>
        <a:ext cx="6750854" cy="367407"/>
      </dsp:txXfrm>
    </dsp:sp>
    <dsp:sp modelId="{49725A83-7659-4156-B923-5E3EAAAB5E01}">
      <dsp:nvSpPr>
        <dsp:cNvPr id="0" name=""/>
        <dsp:cNvSpPr/>
      </dsp:nvSpPr>
      <dsp:spPr>
        <a:xfrm>
          <a:off x="0" y="3987874"/>
          <a:ext cx="679060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602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Predictive </a:t>
          </a:r>
          <a:r>
            <a:rPr lang="en-US" sz="900" kern="1200"/>
            <a:t>Power Improvement</a:t>
          </a:r>
          <a:endParaRPr lang="en-US" sz="900" kern="1200" dirty="0"/>
        </a:p>
      </dsp:txBody>
      <dsp:txXfrm>
        <a:off x="0" y="3987874"/>
        <a:ext cx="6790606" cy="242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6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88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7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0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3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2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23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88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4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uambo-SIM/Predicting-Walmart-Sales-with-2015-to-2016-data.gi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25BC23-E0DD-4037-B2B8-7B6FA6454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EE120-2D35-4A48-BAAE-238F986A1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B5C92438-2C5D-23BE-E2DF-3E8C40AFE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09" r="-1" b="-1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2F9EAC-0C70-441C-AC78-65174C28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740090"/>
            <a:ext cx="7765922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46F15-05BB-DAC8-224A-4E331CD4B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0025" y="1590260"/>
            <a:ext cx="6666980" cy="2658269"/>
          </a:xfrm>
        </p:spPr>
        <p:txBody>
          <a:bodyPr anchor="b">
            <a:normAutofit/>
          </a:bodyPr>
          <a:lstStyle/>
          <a:p>
            <a:pPr algn="ctr"/>
            <a:r>
              <a:rPr lang="en-US" sz="5600" dirty="0"/>
              <a:t>Walmart Sales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7FBA2-75C2-B542-4569-6D72A4543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3704" y="4276207"/>
            <a:ext cx="8536587" cy="1776393"/>
          </a:xfrm>
        </p:spPr>
        <p:txBody>
          <a:bodyPr anchor="t">
            <a:normAutofit fontScale="70000" lnSpcReduction="20000"/>
          </a:bodyPr>
          <a:lstStyle/>
          <a:p>
            <a:pPr algn="ctr"/>
            <a:r>
              <a:rPr lang="en-US" sz="2100" dirty="0"/>
              <a:t>Franck Ivan Ouambo Simo</a:t>
            </a:r>
          </a:p>
          <a:p>
            <a:pPr algn="ctr"/>
            <a:r>
              <a:rPr lang="en-US" sz="2100" dirty="0"/>
              <a:t>Data Science Institute</a:t>
            </a:r>
          </a:p>
          <a:p>
            <a:pPr algn="ctr"/>
            <a:r>
              <a:rPr lang="en-US" sz="2100" dirty="0"/>
              <a:t>12/12/2025</a:t>
            </a:r>
          </a:p>
          <a:p>
            <a:pPr algn="ctr"/>
            <a:r>
              <a:rPr lang="en-US" sz="2100" dirty="0"/>
              <a:t>GitHub: </a:t>
            </a:r>
            <a:r>
              <a:rPr lang="en-US" sz="21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Link</a:t>
            </a:r>
            <a:endParaRPr lang="en-US" sz="2100" dirty="0">
              <a:solidFill>
                <a:srgbClr val="00B0F0"/>
              </a:solidFill>
            </a:endParaRPr>
          </a:p>
          <a:p>
            <a:pPr algn="ctr"/>
            <a:endParaRPr lang="en-US" sz="2200" dirty="0"/>
          </a:p>
          <a:p>
            <a:pPr algn="ctr"/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8F6B8-EF56-4340-982E-F4D6F5DC2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7538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96C40-FEA6-4867-853D-CF37DE3B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7C5E2-274E-49A3-A8E0-46A5B8CAC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CF8D2C-9E01-48EC-8DDF-8A1FF60A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9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363234-E0BA-4476-B051-D8D9FA506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70646"/>
            <a:ext cx="4062884" cy="57213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B3D53-E302-7304-5E6E-BA0F0E0C21CA}"/>
              </a:ext>
            </a:extLst>
          </p:cNvPr>
          <p:cNvSpPr txBox="1"/>
          <p:nvPr/>
        </p:nvSpPr>
        <p:spPr>
          <a:xfrm>
            <a:off x="645459" y="1200863"/>
            <a:ext cx="3119717" cy="430600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6572"/>
            <a:ext cx="4056987" cy="51328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20996" y="534650"/>
            <a:ext cx="8071002" cy="568327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A286C7-EFC7-4DFE-967A-7E37BA0F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92001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C9F0E8-EF8B-43C1-9C77-E9DDAF1A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59990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DC473-98F8-45DF-B136-EC0F0F4C6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26155EB0-0CD8-202D-AF6E-2356EF16F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561867"/>
              </p:ext>
            </p:extLst>
          </p:nvPr>
        </p:nvGraphicFramePr>
        <p:xfrm>
          <a:off x="4757929" y="1164597"/>
          <a:ext cx="6790606" cy="4378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226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B7B78-077E-17D5-ED01-8406451C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519038-73D9-E51E-5082-A98B29DEE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62374-CFFE-AC21-AAC8-182CFCF62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17D446-2D1A-0B2C-0521-11387BFE0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D02A07-DE3F-F46C-95C2-B2D518FC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66AD42-9DF7-E22D-13A2-6A8BD23B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C8C54E-0480-18E1-78B6-4BCD6B154E09}"/>
              </a:ext>
            </a:extLst>
          </p:cNvPr>
          <p:cNvSpPr txBox="1"/>
          <p:nvPr/>
        </p:nvSpPr>
        <p:spPr>
          <a:xfrm>
            <a:off x="1535371" y="1044054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RECAP.....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0483C-266D-6FF8-528E-CB0739880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2570E9-30BA-E62F-D7B7-5674D4A8A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20555-1953-1E3E-A9E9-0E63C25FB227}"/>
              </a:ext>
            </a:extLst>
          </p:cNvPr>
          <p:cNvSpPr txBox="1"/>
          <p:nvPr/>
        </p:nvSpPr>
        <p:spPr>
          <a:xfrm>
            <a:off x="1647597" y="2387787"/>
            <a:ext cx="9935571" cy="3953377"/>
          </a:xfrm>
          <a:prstGeom prst="rect">
            <a:avLst/>
          </a:prstGeom>
        </p:spPr>
        <p:txBody>
          <a:bodyPr vert="horz" lIns="109728" tIns="109728" rIns="109728" bIns="91440" rtlCol="0" anchor="t">
            <a:normAutofit fontScale="25000" lnSpcReduction="20000"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b="1" u="sng" dirty="0"/>
              <a:t>Introduction: 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b="1" dirty="0"/>
              <a:t>	-</a:t>
            </a:r>
            <a:r>
              <a:rPr lang="en-US" sz="6400" dirty="0"/>
              <a:t>M5 Competition Dataset on Kaggle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dirty="0"/>
              <a:t>	-Predict a Walmart product’s Sales Tomorrow (</a:t>
            </a:r>
            <a:r>
              <a:rPr lang="en-US" sz="6400" b="1" dirty="0"/>
              <a:t>Regression Problem !!</a:t>
            </a:r>
            <a:r>
              <a:rPr lang="en-US" sz="6400" dirty="0"/>
              <a:t>)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dirty="0"/>
              <a:t>             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b="1" u="sng" dirty="0"/>
              <a:t>Relevance: 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dirty="0"/>
              <a:t> 	- Storage Space Saving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dirty="0"/>
              <a:t> 	- Labor Allocation in Stores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6400" dirty="0"/>
              <a:t> 	- Predicting Scaling needs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1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100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5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B637A-D162-FF00-2902-EE3114FC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7FF7231-97B5-40C6-8958-17E8D45D6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62C7FC-352D-4762-A023-4B26F9E67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8"/>
            <a:ext cx="1009935" cy="2603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CF3DF27B-C86E-6523-466C-E1A016F7A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" r="1" b="11640"/>
          <a:stretch>
            <a:fillRect/>
          </a:stretch>
        </p:blipFill>
        <p:spPr>
          <a:xfrm>
            <a:off x="1070774" y="889694"/>
            <a:ext cx="5728321" cy="2530211"/>
          </a:xfrm>
          <a:prstGeom prst="rect">
            <a:avLst/>
          </a:prstGeom>
        </p:spPr>
      </p:pic>
      <p:pic>
        <p:nvPicPr>
          <p:cNvPr id="8" name="Picture 7" descr="A graph showing the average price vs year&#10;&#10;AI-generated content may be incorrect.">
            <a:extLst>
              <a:ext uri="{FF2B5EF4-FFF2-40B4-BE49-F238E27FC236}">
                <a16:creationId xmlns:a16="http://schemas.microsoft.com/office/drawing/2014/main" id="{87DDAFF9-B932-21A0-DF8B-E2279D6BF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" t="-12722" r="7032" b="-2204"/>
          <a:stretch>
            <a:fillRect/>
          </a:stretch>
        </p:blipFill>
        <p:spPr>
          <a:xfrm>
            <a:off x="6841864" y="10"/>
            <a:ext cx="5350136" cy="3437658"/>
          </a:xfrm>
          <a:prstGeom prst="rect">
            <a:avLst/>
          </a:prstGeom>
        </p:spPr>
      </p:pic>
      <p:pic>
        <p:nvPicPr>
          <p:cNvPr id="6" name="Picture 5" descr="A graph showing the sales and the year&#10;&#10;AI-generated content may be incorrect.">
            <a:extLst>
              <a:ext uri="{FF2B5EF4-FFF2-40B4-BE49-F238E27FC236}">
                <a16:creationId xmlns:a16="http://schemas.microsoft.com/office/drawing/2014/main" id="{58A28FB2-F0C1-A667-6725-3AC6515E7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48" r="8811" b="2"/>
          <a:stretch>
            <a:fillRect/>
          </a:stretch>
        </p:blipFill>
        <p:spPr>
          <a:xfrm>
            <a:off x="1036804" y="3419905"/>
            <a:ext cx="5724940" cy="3420334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65C691BE-C737-470C-94D1-F63DEF89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2798" y="3438099"/>
            <a:ext cx="5369202" cy="26339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5A7B7-1B48-C918-B096-0DE7A03E49E6}"/>
              </a:ext>
            </a:extLst>
          </p:cNvPr>
          <p:cNvSpPr txBox="1"/>
          <p:nvPr/>
        </p:nvSpPr>
        <p:spPr>
          <a:xfrm>
            <a:off x="7116417" y="3616649"/>
            <a:ext cx="4754880" cy="740666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cap="all" spc="15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RECAP.... </a:t>
            </a: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cap="all" spc="15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Interesting EDA/ preprocessing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359E63-5E11-43B2-8DE4-6987380E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FAD299-BD71-4ABF-87E4-A9DB100D1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419907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C3E457-541D-4754-9868-31A6AEAC2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6C74C26-EC59-407B-B171-5BA517E83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5686"/>
            <a:ext cx="6858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60D366-F1D4-1344-B17B-CC86DBDD9E0B}"/>
              </a:ext>
            </a:extLst>
          </p:cNvPr>
          <p:cNvSpPr txBox="1"/>
          <p:nvPr/>
        </p:nvSpPr>
        <p:spPr>
          <a:xfrm>
            <a:off x="7116417" y="4375507"/>
            <a:ext cx="4754880" cy="1528364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800" b="1" u="sng" spc="150">
                <a:solidFill>
                  <a:schemeClr val="bg1"/>
                </a:solidFill>
              </a:rPr>
              <a:t>Preprocessing </a:t>
            </a:r>
            <a:r>
              <a:rPr lang="en-US" sz="800" spc="15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800" spc="150">
                <a:solidFill>
                  <a:schemeClr val="bg1"/>
                </a:solidFill>
              </a:rPr>
              <a:t>-Encoded Month and Week features mapped to Sine and Cosine</a:t>
            </a: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800" spc="15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800" spc="15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800" spc="15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94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741A0-441D-A1A9-D5F4-70EE0C3A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4B2DCB-D76B-8E47-15F2-9B4BD790D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7D30C-D213-4916-3125-0DFC5443E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708252-AE4F-2FA6-9A3A-EA1C34387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4EFEC-BB2B-0092-46D3-207B60E38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0EE7DC-81E3-A463-550A-F591D22B1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E75ED-17F0-6194-B35A-E08D670E2477}"/>
              </a:ext>
            </a:extLst>
          </p:cNvPr>
          <p:cNvSpPr txBox="1"/>
          <p:nvPr/>
        </p:nvSpPr>
        <p:spPr>
          <a:xfrm>
            <a:off x="1501323" y="1204130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Cross Validation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3D8488-8E4A-B5DD-DC55-89A0A4A2C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1C05AD-C8B4-2028-2ED2-EB6E1E13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DDD66-CDB6-00ED-3489-584BC313349D}"/>
              </a:ext>
            </a:extLst>
          </p:cNvPr>
          <p:cNvSpPr txBox="1"/>
          <p:nvPr/>
        </p:nvSpPr>
        <p:spPr>
          <a:xfrm>
            <a:off x="1318049" y="2319261"/>
            <a:ext cx="115127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Splitting/CV</a:t>
            </a:r>
            <a:r>
              <a:rPr lang="en-US" b="1" dirty="0"/>
              <a:t>:   </a:t>
            </a:r>
            <a:r>
              <a:rPr lang="en-US" b="1" i="1" dirty="0"/>
              <a:t>Several lags tried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14" name="Picture 13" descr="A diagram of a process&#10;&#10;AI-generated content may be incorrect.">
            <a:extLst>
              <a:ext uri="{FF2B5EF4-FFF2-40B4-BE49-F238E27FC236}">
                <a16:creationId xmlns:a16="http://schemas.microsoft.com/office/drawing/2014/main" id="{C862E7A0-37B4-59E2-A86D-A649BCA0A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7" t="-1201" r="507" b="26467"/>
          <a:stretch>
            <a:fillRect/>
          </a:stretch>
        </p:blipFill>
        <p:spPr>
          <a:xfrm>
            <a:off x="1780941" y="2677070"/>
            <a:ext cx="9828239" cy="404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5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55206-72C7-5871-A1B1-A9BA489A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E8159-9B63-0BCB-585F-18476DA5D917}"/>
              </a:ext>
            </a:extLst>
          </p:cNvPr>
          <p:cNvSpPr txBox="1"/>
          <p:nvPr/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Cross Validation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6B332-E107-72DA-EF79-F6A46A523C33}"/>
              </a:ext>
            </a:extLst>
          </p:cNvPr>
          <p:cNvSpPr txBox="1"/>
          <p:nvPr/>
        </p:nvSpPr>
        <p:spPr>
          <a:xfrm>
            <a:off x="637874" y="2934455"/>
            <a:ext cx="4013371" cy="2840139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b="1" u="sng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Algorithms/ Parameters: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u="sng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b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DBA58A-EAD3-1FD5-5384-7DCA77F0B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30835"/>
              </p:ext>
            </p:extLst>
          </p:nvPr>
        </p:nvGraphicFramePr>
        <p:xfrm>
          <a:off x="6162077" y="1061211"/>
          <a:ext cx="4579918" cy="48619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1730">
                  <a:extLst>
                    <a:ext uri="{9D8B030D-6E8A-4147-A177-3AD203B41FA5}">
                      <a16:colId xmlns:a16="http://schemas.microsoft.com/office/drawing/2014/main" val="2070158790"/>
                    </a:ext>
                  </a:extLst>
                </a:gridCol>
                <a:gridCol w="2348188">
                  <a:extLst>
                    <a:ext uri="{9D8B030D-6E8A-4147-A177-3AD203B41FA5}">
                      <a16:colId xmlns:a16="http://schemas.microsoft.com/office/drawing/2014/main" val="4271928428"/>
                    </a:ext>
                  </a:extLst>
                </a:gridCol>
              </a:tblGrid>
              <a:tr h="2076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Model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Hyper Parameters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extLst>
                  <a:ext uri="{0D108BD9-81ED-4DB2-BD59-A6C34878D82A}">
                    <a16:rowId xmlns:a16="http://schemas.microsoft.com/office/drawing/2014/main" val="1172721369"/>
                  </a:ext>
                </a:extLst>
              </a:tr>
              <a:tr h="476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Lasso Regression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alpha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max_iter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extLst>
                  <a:ext uri="{0D108BD9-81ED-4DB2-BD59-A6C34878D82A}">
                    <a16:rowId xmlns:a16="http://schemas.microsoft.com/office/drawing/2014/main" val="1164639170"/>
                  </a:ext>
                </a:extLst>
              </a:tr>
              <a:tr h="7456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Ridge Regression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alpha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solver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max_iter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extLst>
                  <a:ext uri="{0D108BD9-81ED-4DB2-BD59-A6C34878D82A}">
                    <a16:rowId xmlns:a16="http://schemas.microsoft.com/office/drawing/2014/main" val="3273337552"/>
                  </a:ext>
                </a:extLst>
              </a:tr>
              <a:tr h="476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Max_depth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random_state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extLst>
                  <a:ext uri="{0D108BD9-81ED-4DB2-BD59-A6C34878D82A}">
                    <a16:rowId xmlns:a16="http://schemas.microsoft.com/office/drawing/2014/main" val="2872455583"/>
                  </a:ext>
                </a:extLst>
              </a:tr>
              <a:tr h="23594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n_estimators</a:t>
                      </a:r>
                      <a:endParaRPr lang="en-US" sz="12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alpha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lambda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max_depth</a:t>
                      </a:r>
                      <a:endParaRPr lang="en-US" sz="12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seed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learning_rate</a:t>
                      </a:r>
                      <a:endParaRPr lang="en-US" sz="12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subsample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colsample_bytree</a:t>
                      </a:r>
                      <a:endParaRPr lang="en-US" sz="12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missing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78" marR="62978" marT="0" marB="0"/>
                </a:tc>
                <a:extLst>
                  <a:ext uri="{0D108BD9-81ED-4DB2-BD59-A6C34878D82A}">
                    <a16:rowId xmlns:a16="http://schemas.microsoft.com/office/drawing/2014/main" val="322415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66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E2044-ED27-0FBD-426D-BD4AFDED8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21E520-55D3-BDD5-144E-0F0E503BE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C82DE5-BE0A-5776-D9C8-9AF697220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62F6BFA-7A81-2621-F77D-D8484B890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F2EDE-F1ED-9800-4F5E-9C75425B6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A42958-8B85-B00F-8308-3835F464B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69AD9-45B1-8DC7-C0B2-A52FEC1D20EC}"/>
              </a:ext>
            </a:extLst>
          </p:cNvPr>
          <p:cNvSpPr txBox="1"/>
          <p:nvPr/>
        </p:nvSpPr>
        <p:spPr>
          <a:xfrm>
            <a:off x="1535370" y="1148215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4733DB-D2BF-1CC8-8B5F-0A92EBAF6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FBB3BD-9A34-E78A-A3FC-D80464642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blue squares&#10;&#10;AI-generated content may be incorrect.">
            <a:extLst>
              <a:ext uri="{FF2B5EF4-FFF2-40B4-BE49-F238E27FC236}">
                <a16:creationId xmlns:a16="http://schemas.microsoft.com/office/drawing/2014/main" id="{7F43BD77-3B6B-1A59-F766-B9E8473EA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25" y="2357691"/>
            <a:ext cx="8574098" cy="428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1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0F2DD-6699-1D4F-2445-FCFA764F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4C0194-FA25-C26F-B894-9C9B0348C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A0F5AC-84C1-3AB5-7891-CE125A2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E2FAFB-39EE-B40A-54EE-521427566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264D9E-3BB0-CA86-5089-D21C6047D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54FFD-643E-1757-01A0-F2EAF10D7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3952D-9A4D-1202-69F4-74C89860EF38}"/>
              </a:ext>
            </a:extLst>
          </p:cNvPr>
          <p:cNvSpPr txBox="1"/>
          <p:nvPr/>
        </p:nvSpPr>
        <p:spPr>
          <a:xfrm>
            <a:off x="1535370" y="1148215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2AB1F2-DE0A-5A60-4AB6-990521CE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E5F4FE-CB7A-EEA3-C7BB-E4D608B4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149E1F-7B3E-BF20-2729-61EB1EE78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16" y="2607665"/>
            <a:ext cx="8566452" cy="4283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FF10C-7337-3F73-745A-A9FD3BD6B7E1}"/>
              </a:ext>
            </a:extLst>
          </p:cNvPr>
          <p:cNvSpPr txBox="1"/>
          <p:nvPr/>
        </p:nvSpPr>
        <p:spPr>
          <a:xfrm>
            <a:off x="1938295" y="2284499"/>
            <a:ext cx="8876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Very complex models are not always the answer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8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C381E-C3EC-6708-59C4-FE52E281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E7EB35-8B49-AF7F-A598-27AE10B6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F10C3-29D4-EAB8-340A-38017FC88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F4C27A9-AFF6-8C93-B0DB-B21AB0B3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47DA0-4758-60C1-1FDE-540C22B40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901D5-6C4F-E3DE-A5D4-B501A78B1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C7DCF-0990-1B34-8017-854A796FF7D8}"/>
              </a:ext>
            </a:extLst>
          </p:cNvPr>
          <p:cNvSpPr txBox="1"/>
          <p:nvPr/>
        </p:nvSpPr>
        <p:spPr>
          <a:xfrm>
            <a:off x="1535370" y="1148215"/>
            <a:ext cx="10013709" cy="1030360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Outlook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40947-19EC-84EB-AD7F-2BDF959A5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E5936E-749B-0B9E-2C0E-A6AF81E6A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56B45-22C1-8255-659B-B19EE39351D5}"/>
              </a:ext>
            </a:extLst>
          </p:cNvPr>
          <p:cNvSpPr txBox="1"/>
          <p:nvPr/>
        </p:nvSpPr>
        <p:spPr>
          <a:xfrm>
            <a:off x="4487684" y="3570779"/>
            <a:ext cx="2806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lasassy Caps" panose="020F0502020204030204" pitchFamily="2" charset="0"/>
              </a:rPr>
              <a:t>AR I MA 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1F7BFF-F814-BAC5-7623-1B1DEB2213E9}"/>
              </a:ext>
            </a:extLst>
          </p:cNvPr>
          <p:cNvCxnSpPr>
            <a:cxnSpLocks/>
          </p:cNvCxnSpPr>
          <p:nvPr/>
        </p:nvCxnSpPr>
        <p:spPr>
          <a:xfrm flipV="1">
            <a:off x="3767681" y="4387869"/>
            <a:ext cx="818064" cy="1432662"/>
          </a:xfrm>
          <a:prstGeom prst="straightConnector1">
            <a:avLst/>
          </a:prstGeom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8571BE-B3AF-F3A2-46AC-0861AB8BBF52}"/>
              </a:ext>
            </a:extLst>
          </p:cNvPr>
          <p:cNvCxnSpPr>
            <a:cxnSpLocks/>
          </p:cNvCxnSpPr>
          <p:nvPr/>
        </p:nvCxnSpPr>
        <p:spPr>
          <a:xfrm flipH="1" flipV="1">
            <a:off x="6766775" y="4354138"/>
            <a:ext cx="822905" cy="1321916"/>
          </a:xfrm>
          <a:prstGeom prst="straightConnector1">
            <a:avLst/>
          </a:prstGeom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E3A812-3ED2-DE2A-6083-7F8DDA6E6B81}"/>
              </a:ext>
            </a:extLst>
          </p:cNvPr>
          <p:cNvCxnSpPr>
            <a:cxnSpLocks/>
          </p:cNvCxnSpPr>
          <p:nvPr/>
        </p:nvCxnSpPr>
        <p:spPr>
          <a:xfrm flipH="1">
            <a:off x="6172200" y="2958353"/>
            <a:ext cx="504265" cy="69827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51B26C-7C7D-2C5D-EE2E-AFF632B2EAB2}"/>
              </a:ext>
            </a:extLst>
          </p:cNvPr>
          <p:cNvCxnSpPr>
            <a:cxnSpLocks/>
          </p:cNvCxnSpPr>
          <p:nvPr/>
        </p:nvCxnSpPr>
        <p:spPr>
          <a:xfrm>
            <a:off x="4834218" y="2958353"/>
            <a:ext cx="565583" cy="70689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0FCF122-E52A-6C4C-7D26-ED391005C8E4}"/>
              </a:ext>
            </a:extLst>
          </p:cNvPr>
          <p:cNvSpPr txBox="1"/>
          <p:nvPr/>
        </p:nvSpPr>
        <p:spPr>
          <a:xfrm>
            <a:off x="6787267" y="5776693"/>
            <a:ext cx="391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features: price, event...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548682-F537-BBBC-3870-AB5D8FD378B1}"/>
              </a:ext>
            </a:extLst>
          </p:cNvPr>
          <p:cNvSpPr txBox="1"/>
          <p:nvPr/>
        </p:nvSpPr>
        <p:spPr>
          <a:xfrm>
            <a:off x="2300430" y="5894123"/>
            <a:ext cx="238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Lagged features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2F0245-5F89-4B82-B5DF-2DB6C3CF9E2A}"/>
              </a:ext>
            </a:extLst>
          </p:cNvPr>
          <p:cNvSpPr txBox="1"/>
          <p:nvPr/>
        </p:nvSpPr>
        <p:spPr>
          <a:xfrm>
            <a:off x="6096000" y="2575032"/>
            <a:ext cx="308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 error feature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650F8-C1A0-601A-56E1-6D483D89B07B}"/>
              </a:ext>
            </a:extLst>
          </p:cNvPr>
          <p:cNvSpPr txBox="1"/>
          <p:nvPr/>
        </p:nvSpPr>
        <p:spPr>
          <a:xfrm>
            <a:off x="2472603" y="2575032"/>
            <a:ext cx="80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FD4B3-377C-72CA-84F3-07C6732DE04F}"/>
              </a:ext>
            </a:extLst>
          </p:cNvPr>
          <p:cNvSpPr txBox="1"/>
          <p:nvPr/>
        </p:nvSpPr>
        <p:spPr>
          <a:xfrm>
            <a:off x="3852538" y="2575032"/>
            <a:ext cx="110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Δ</a:t>
            </a:r>
            <a:r>
              <a:rPr lang="en-US" dirty="0"/>
              <a:t>Sales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8F9E50-7318-2049-AAE5-D71245C2811A}"/>
              </a:ext>
            </a:extLst>
          </p:cNvPr>
          <p:cNvCxnSpPr>
            <a:cxnSpLocks/>
          </p:cNvCxnSpPr>
          <p:nvPr/>
        </p:nvCxnSpPr>
        <p:spPr>
          <a:xfrm>
            <a:off x="3366976" y="2723030"/>
            <a:ext cx="426131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A7BD8F9-3998-F29F-8B32-154E6CFD589E}"/>
              </a:ext>
            </a:extLst>
          </p:cNvPr>
          <p:cNvSpPr txBox="1"/>
          <p:nvPr/>
        </p:nvSpPr>
        <p:spPr>
          <a:xfrm>
            <a:off x="7684342" y="2990307"/>
            <a:ext cx="3726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GOAL</a:t>
            </a:r>
            <a:r>
              <a:rPr lang="en-US" i="1" dirty="0"/>
              <a:t>:</a:t>
            </a:r>
          </a:p>
          <a:p>
            <a:pPr algn="ctr"/>
            <a:endParaRPr lang="en-US" i="1" dirty="0"/>
          </a:p>
          <a:p>
            <a:pPr algn="ctr"/>
            <a:r>
              <a:rPr lang="en-US" b="1" i="1" dirty="0"/>
              <a:t>Predict change in sales instead</a:t>
            </a:r>
          </a:p>
        </p:txBody>
      </p:sp>
    </p:spTree>
    <p:extLst>
      <p:ext uri="{BB962C8B-B14F-4D97-AF65-F5344CB8AC3E}">
        <p14:creationId xmlns:p14="http://schemas.microsoft.com/office/powerpoint/2010/main" val="170381267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207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Meiryo</vt:lpstr>
      <vt:lpstr>Alasassy Caps</vt:lpstr>
      <vt:lpstr>Aptos</vt:lpstr>
      <vt:lpstr>Corbel</vt:lpstr>
      <vt:lpstr>ShojiVTI</vt:lpstr>
      <vt:lpstr>Walmart Sales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Franck Ivan Ouambo Simo</dc:creator>
  <cp:lastModifiedBy>Franck Ivan Ouambo Simo</cp:lastModifiedBy>
  <cp:revision>1</cp:revision>
  <dcterms:created xsi:type="dcterms:W3CDTF">2025-10-17T03:46:38Z</dcterms:created>
  <dcterms:modified xsi:type="dcterms:W3CDTF">2025-12-12T19:38:15Z</dcterms:modified>
</cp:coreProperties>
</file>